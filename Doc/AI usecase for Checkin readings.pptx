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theme/theme2.xml" ContentType="application/vnd.openxmlformats-officedocument.theme+xml"/>
  <Override PartName="/ppt/tags/tag22.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899" r:id="rId4"/>
    <p:sldMasterId id="2147484006" r:id="rId5"/>
  </p:sldMasterIdLst>
  <p:notesMasterIdLst>
    <p:notesMasterId r:id="rId9"/>
  </p:notesMasterIdLst>
  <p:handoutMasterIdLst>
    <p:handoutMasterId r:id="rId10"/>
  </p:handoutMasterIdLst>
  <p:sldIdLst>
    <p:sldId id="2147376933" r:id="rId6"/>
    <p:sldId id="2147376612" r:id="rId7"/>
    <p:sldId id="1041" r:id="rId8"/>
  </p:sldIdLst>
  <p:sldSz cx="12192000" cy="6858000"/>
  <p:notesSz cx="6858000" cy="9144000"/>
  <p:embeddedFontLst>
    <p:embeddedFont>
      <p:font typeface="Arial Black" panose="020B0A04020102020204" pitchFamily="34" charset="0"/>
      <p:bold r:id="rId11"/>
    </p:embeddedFont>
    <p:embeddedFont>
      <p:font typeface="Ubuntu" panose="020B0504030602030204" pitchFamily="34" charset="0"/>
      <p:regular r:id="rId12"/>
      <p:bold r:id="rId13"/>
      <p:italic r:id="rId14"/>
      <p:boldItalic r:id="rId15"/>
    </p:embeddedFont>
    <p:embeddedFont>
      <p:font typeface="Ubuntu Light" panose="020B0304030602030204" pitchFamily="34" charset="0"/>
      <p:regular r:id="rId16"/>
      <p:italic r:id="rId17"/>
    </p:embeddedFont>
    <p:embeddedFont>
      <p:font typeface="Ubuntu Medium" panose="020B0604030602030204" pitchFamily="34" charset="0"/>
      <p:regular r:id="rId18"/>
      <p:italic r:id="rId19"/>
    </p:embeddedFont>
  </p:embeddedFontLst>
  <p:custDataLst>
    <p:tags r:id="rId20"/>
  </p:custDataLst>
  <p:defaultTex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470E973-7267-4878-90EF-33113A2D4FE9}">
          <p14:sldIdLst>
            <p14:sldId id="2147376933"/>
            <p14:sldId id="2147376612"/>
            <p14:sldId id="1041"/>
          </p14:sldIdLst>
        </p14:section>
      </p14:sectionLst>
    </p:ext>
    <p:ext uri="{EFAFB233-063F-42B5-8137-9DF3F51BA10A}">
      <p15:sldGuideLst xmlns:p15="http://schemas.microsoft.com/office/powerpoint/2012/main">
        <p15:guide id="5" orient="horz" pos="2341" userDrawn="1">
          <p15:clr>
            <a:srgbClr val="A4A3A4"/>
          </p15:clr>
        </p15:guide>
        <p15:guide id="6"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aykrishnan, Vivek" initials="JV" lastIdx="50" clrIdx="0">
    <p:extLst>
      <p:ext uri="{19B8F6BF-5375-455C-9EA6-DF929625EA0E}">
        <p15:presenceInfo xmlns:p15="http://schemas.microsoft.com/office/powerpoint/2012/main" userId="S::vivek.jaykrishnan@capgemini.com::9cfe43d9-b0c8-4f8d-b1d0-fbf2b49378e6" providerId="AD"/>
      </p:ext>
    </p:extLst>
  </p:cmAuthor>
  <p:cmAuthor id="2" name="Tendulkar, Sandeep" initials="TS" lastIdx="28" clrIdx="1">
    <p:extLst>
      <p:ext uri="{19B8F6BF-5375-455C-9EA6-DF929625EA0E}">
        <p15:presenceInfo xmlns:p15="http://schemas.microsoft.com/office/powerpoint/2012/main" userId="S::sandeep.tendulkar@capgemini.com::f1e14450-f5df-4008-939f-b4e8016b3b36" providerId="AD"/>
      </p:ext>
    </p:extLst>
  </p:cmAuthor>
  <p:cmAuthor id="3" name="Pujari, Prashant" initials="PP" lastIdx="1" clrIdx="2">
    <p:extLst>
      <p:ext uri="{19B8F6BF-5375-455C-9EA6-DF929625EA0E}">
        <p15:presenceInfo xmlns:p15="http://schemas.microsoft.com/office/powerpoint/2012/main" userId="S::prashant.pujari@capgemini.com::fbb09384-3fc9-4d88-a00f-de9df3aea640"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2F2"/>
    <a:srgbClr val="FF9933"/>
    <a:srgbClr val="12ABDB"/>
    <a:srgbClr val="A6A6A6"/>
    <a:srgbClr val="750D5C"/>
    <a:srgbClr val="1C244B"/>
    <a:srgbClr val="590A42"/>
    <a:srgbClr val="050505"/>
    <a:srgbClr val="0070AD"/>
    <a:srgbClr val="674DA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F5A6086-FD2E-46B6-B684-6F229EE2D273}" v="35" dt="2026-07-17T08:36:33.74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5" d="100"/>
          <a:sy n="105" d="100"/>
        </p:scale>
        <p:origin x="798" y="96"/>
      </p:cViewPr>
      <p:guideLst>
        <p:guide orient="horz" pos="2341"/>
        <p:guide pos="3840"/>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font" Target="fonts/font3.fntdata"/><Relationship Id="rId18" Type="http://schemas.openxmlformats.org/officeDocument/2006/relationships/font" Target="fonts/font8.fntdata"/><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commentAuthors" Target="commentAuthors.xml"/><Relationship Id="rId7" Type="http://schemas.openxmlformats.org/officeDocument/2006/relationships/slide" Target="slides/slide2.xml"/><Relationship Id="rId12" Type="http://schemas.openxmlformats.org/officeDocument/2006/relationships/font" Target="fonts/font2.fntdata"/><Relationship Id="rId17" Type="http://schemas.openxmlformats.org/officeDocument/2006/relationships/font" Target="fonts/font7.fntdata"/><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font" Target="fonts/font6.fntdata"/><Relationship Id="rId20" Type="http://schemas.openxmlformats.org/officeDocument/2006/relationships/tags" Target="tags/tag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font" Target="fonts/font1.fntdata"/><Relationship Id="rId24"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font" Target="fonts/font5.fntdata"/><Relationship Id="rId23" Type="http://schemas.openxmlformats.org/officeDocument/2006/relationships/viewProps" Target="viewProps.xml"/><Relationship Id="rId10" Type="http://schemas.openxmlformats.org/officeDocument/2006/relationships/handoutMaster" Target="handoutMasters/handoutMaster1.xml"/><Relationship Id="rId19" Type="http://schemas.openxmlformats.org/officeDocument/2006/relationships/font" Target="fonts/font9.fntdata"/><Relationship Id="rId4" Type="http://schemas.openxmlformats.org/officeDocument/2006/relationships/slideMaster" Target="slideMasters/slideMaster1.xml"/><Relationship Id="rId9" Type="http://schemas.openxmlformats.org/officeDocument/2006/relationships/notesMaster" Target="notesMasters/notesMaster1.xml"/><Relationship Id="rId14" Type="http://schemas.openxmlformats.org/officeDocument/2006/relationships/font" Target="fonts/font4.fntdata"/><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ulkarni, Vaibhav" userId="65e964e2-29dc-47f6-bba7-7a90bccba4af" providerId="ADAL" clId="{AE0F9C5C-4A54-4975-A52F-408603A26ADF}"/>
    <pc:docChg chg="undo redo custSel addSld delSld modSld sldOrd delMainMaster modSection">
      <pc:chgData name="Kulkarni, Vaibhav" userId="65e964e2-29dc-47f6-bba7-7a90bccba4af" providerId="ADAL" clId="{AE0F9C5C-4A54-4975-A52F-408603A26ADF}" dt="2026-07-17T08:34:22.044" v="1066" actId="47"/>
      <pc:docMkLst>
        <pc:docMk/>
      </pc:docMkLst>
      <pc:sldChg chg="del">
        <pc:chgData name="Kulkarni, Vaibhav" userId="65e964e2-29dc-47f6-bba7-7a90bccba4af" providerId="ADAL" clId="{AE0F9C5C-4A54-4975-A52F-408603A26ADF}" dt="2026-07-17T08:34:16.935" v="1060" actId="47"/>
        <pc:sldMkLst>
          <pc:docMk/>
          <pc:sldMk cId="2836149440" sldId="257"/>
        </pc:sldMkLst>
      </pc:sldChg>
      <pc:sldChg chg="del">
        <pc:chgData name="Kulkarni, Vaibhav" userId="65e964e2-29dc-47f6-bba7-7a90bccba4af" providerId="ADAL" clId="{AE0F9C5C-4A54-4975-A52F-408603A26ADF}" dt="2026-07-17T08:34:17.600" v="1061" actId="47"/>
        <pc:sldMkLst>
          <pc:docMk/>
          <pc:sldMk cId="3584751063" sldId="258"/>
        </pc:sldMkLst>
      </pc:sldChg>
      <pc:sldChg chg="del">
        <pc:chgData name="Kulkarni, Vaibhav" userId="65e964e2-29dc-47f6-bba7-7a90bccba4af" providerId="ADAL" clId="{AE0F9C5C-4A54-4975-A52F-408603A26ADF}" dt="2026-07-17T08:34:19.472" v="1063" actId="47"/>
        <pc:sldMkLst>
          <pc:docMk/>
          <pc:sldMk cId="472854438" sldId="259"/>
        </pc:sldMkLst>
      </pc:sldChg>
      <pc:sldChg chg="add del">
        <pc:chgData name="Kulkarni, Vaibhav" userId="65e964e2-29dc-47f6-bba7-7a90bccba4af" providerId="ADAL" clId="{AE0F9C5C-4A54-4975-A52F-408603A26ADF}" dt="2026-07-17T08:34:22.044" v="1066" actId="47"/>
        <pc:sldMkLst>
          <pc:docMk/>
          <pc:sldMk cId="141659568" sldId="1041"/>
        </pc:sldMkLst>
      </pc:sldChg>
      <pc:sldChg chg="addSp delSp modSp mod ord">
        <pc:chgData name="Kulkarni, Vaibhav" userId="65e964e2-29dc-47f6-bba7-7a90bccba4af" providerId="ADAL" clId="{AE0F9C5C-4A54-4975-A52F-408603A26ADF}" dt="2026-07-17T08:34:10.172" v="1058" actId="20577"/>
        <pc:sldMkLst>
          <pc:docMk/>
          <pc:sldMk cId="2831063013" sldId="2147376612"/>
        </pc:sldMkLst>
        <pc:spChg chg="del">
          <ac:chgData name="Kulkarni, Vaibhav" userId="65e964e2-29dc-47f6-bba7-7a90bccba4af" providerId="ADAL" clId="{AE0F9C5C-4A54-4975-A52F-408603A26ADF}" dt="2026-07-17T07:51:07.412" v="59" actId="478"/>
          <ac:spMkLst>
            <pc:docMk/>
            <pc:sldMk cId="2831063013" sldId="2147376612"/>
            <ac:spMk id="2" creationId="{CB9693F3-7320-B845-B469-B03C9F164C14}"/>
          </ac:spMkLst>
        </pc:spChg>
        <pc:spChg chg="del">
          <ac:chgData name="Kulkarni, Vaibhav" userId="65e964e2-29dc-47f6-bba7-7a90bccba4af" providerId="ADAL" clId="{AE0F9C5C-4A54-4975-A52F-408603A26ADF}" dt="2026-07-17T07:51:05.595" v="58" actId="478"/>
          <ac:spMkLst>
            <pc:docMk/>
            <pc:sldMk cId="2831063013" sldId="2147376612"/>
            <ac:spMk id="3" creationId="{20EE0F66-DA0A-E0A5-9E6C-67357ABC6335}"/>
          </ac:spMkLst>
        </pc:spChg>
        <pc:spChg chg="del">
          <ac:chgData name="Kulkarni, Vaibhav" userId="65e964e2-29dc-47f6-bba7-7a90bccba4af" providerId="ADAL" clId="{AE0F9C5C-4A54-4975-A52F-408603A26ADF}" dt="2026-07-17T07:51:09.085" v="60" actId="478"/>
          <ac:spMkLst>
            <pc:docMk/>
            <pc:sldMk cId="2831063013" sldId="2147376612"/>
            <ac:spMk id="4" creationId="{601B6448-0666-88E7-3094-457214F260F9}"/>
          </ac:spMkLst>
        </pc:spChg>
        <pc:spChg chg="add del mod">
          <ac:chgData name="Kulkarni, Vaibhav" userId="65e964e2-29dc-47f6-bba7-7a90bccba4af" providerId="ADAL" clId="{AE0F9C5C-4A54-4975-A52F-408603A26ADF}" dt="2026-07-17T08:21:56.640" v="667" actId="255"/>
          <ac:spMkLst>
            <pc:docMk/>
            <pc:sldMk cId="2831063013" sldId="2147376612"/>
            <ac:spMk id="5" creationId="{5547D424-0EE3-E2FC-5A2C-A65290D7FC42}"/>
          </ac:spMkLst>
        </pc:spChg>
        <pc:spChg chg="del">
          <ac:chgData name="Kulkarni, Vaibhav" userId="65e964e2-29dc-47f6-bba7-7a90bccba4af" providerId="ADAL" clId="{AE0F9C5C-4A54-4975-A52F-408603A26ADF}" dt="2026-07-17T07:51:12.434" v="62" actId="478"/>
          <ac:spMkLst>
            <pc:docMk/>
            <pc:sldMk cId="2831063013" sldId="2147376612"/>
            <ac:spMk id="6" creationId="{90764059-8552-CD44-5E94-B752695169A1}"/>
          </ac:spMkLst>
        </pc:spChg>
        <pc:spChg chg="del">
          <ac:chgData name="Kulkarni, Vaibhav" userId="65e964e2-29dc-47f6-bba7-7a90bccba4af" providerId="ADAL" clId="{AE0F9C5C-4A54-4975-A52F-408603A26ADF}" dt="2026-07-17T07:51:23.458" v="69" actId="478"/>
          <ac:spMkLst>
            <pc:docMk/>
            <pc:sldMk cId="2831063013" sldId="2147376612"/>
            <ac:spMk id="7" creationId="{661CE3A5-8D32-9B91-E47B-CE6F49371014}"/>
          </ac:spMkLst>
        </pc:spChg>
        <pc:spChg chg="del">
          <ac:chgData name="Kulkarni, Vaibhav" userId="65e964e2-29dc-47f6-bba7-7a90bccba4af" providerId="ADAL" clId="{AE0F9C5C-4A54-4975-A52F-408603A26ADF}" dt="2026-07-17T07:51:02.274" v="56" actId="478"/>
          <ac:spMkLst>
            <pc:docMk/>
            <pc:sldMk cId="2831063013" sldId="2147376612"/>
            <ac:spMk id="8" creationId="{97EFAA14-D2D8-DDC3-5D60-DA2D35AC64B3}"/>
          </ac:spMkLst>
        </pc:spChg>
        <pc:spChg chg="del">
          <ac:chgData name="Kulkarni, Vaibhav" userId="65e964e2-29dc-47f6-bba7-7a90bccba4af" providerId="ADAL" clId="{AE0F9C5C-4A54-4975-A52F-408603A26ADF}" dt="2026-07-17T07:51:00.512" v="55" actId="478"/>
          <ac:spMkLst>
            <pc:docMk/>
            <pc:sldMk cId="2831063013" sldId="2147376612"/>
            <ac:spMk id="9" creationId="{2EFFE6F4-1853-ACD7-9C7C-501FC140619D}"/>
          </ac:spMkLst>
        </pc:spChg>
        <pc:spChg chg="del mod">
          <ac:chgData name="Kulkarni, Vaibhav" userId="65e964e2-29dc-47f6-bba7-7a90bccba4af" providerId="ADAL" clId="{AE0F9C5C-4A54-4975-A52F-408603A26ADF}" dt="2026-07-17T07:54:27.729" v="139" actId="478"/>
          <ac:spMkLst>
            <pc:docMk/>
            <pc:sldMk cId="2831063013" sldId="2147376612"/>
            <ac:spMk id="10" creationId="{A99B5AD2-BDAD-0566-A76A-22775BFA3EE6}"/>
          </ac:spMkLst>
        </pc:spChg>
        <pc:spChg chg="del">
          <ac:chgData name="Kulkarni, Vaibhav" userId="65e964e2-29dc-47f6-bba7-7a90bccba4af" providerId="ADAL" clId="{AE0F9C5C-4A54-4975-A52F-408603A26ADF}" dt="2026-07-17T07:50:54.538" v="54" actId="478"/>
          <ac:spMkLst>
            <pc:docMk/>
            <pc:sldMk cId="2831063013" sldId="2147376612"/>
            <ac:spMk id="11" creationId="{572B337A-A897-ECA7-16F9-CD7B0FA40321}"/>
          </ac:spMkLst>
        </pc:spChg>
        <pc:spChg chg="mod">
          <ac:chgData name="Kulkarni, Vaibhav" userId="65e964e2-29dc-47f6-bba7-7a90bccba4af" providerId="ADAL" clId="{AE0F9C5C-4A54-4975-A52F-408603A26ADF}" dt="2026-07-17T07:49:07.054" v="18" actId="20577"/>
          <ac:spMkLst>
            <pc:docMk/>
            <pc:sldMk cId="2831063013" sldId="2147376612"/>
            <ac:spMk id="12" creationId="{CDBB9B78-CAAC-7F51-79B8-94BA28EA9C0D}"/>
          </ac:spMkLst>
        </pc:spChg>
        <pc:spChg chg="del">
          <ac:chgData name="Kulkarni, Vaibhav" userId="65e964e2-29dc-47f6-bba7-7a90bccba4af" providerId="ADAL" clId="{AE0F9C5C-4A54-4975-A52F-408603A26ADF}" dt="2026-07-17T07:51:10.240" v="61" actId="478"/>
          <ac:spMkLst>
            <pc:docMk/>
            <pc:sldMk cId="2831063013" sldId="2147376612"/>
            <ac:spMk id="14" creationId="{57B7C4F9-C2FB-7A00-61E8-BDC2F1964763}"/>
          </ac:spMkLst>
        </pc:spChg>
        <pc:spChg chg="del">
          <ac:chgData name="Kulkarni, Vaibhav" userId="65e964e2-29dc-47f6-bba7-7a90bccba4af" providerId="ADAL" clId="{AE0F9C5C-4A54-4975-A52F-408603A26ADF}" dt="2026-07-17T07:51:03.891" v="57" actId="478"/>
          <ac:spMkLst>
            <pc:docMk/>
            <pc:sldMk cId="2831063013" sldId="2147376612"/>
            <ac:spMk id="15" creationId="{96E84E17-0417-CE56-64E2-D6625D17408F}"/>
          </ac:spMkLst>
        </pc:spChg>
        <pc:spChg chg="del">
          <ac:chgData name="Kulkarni, Vaibhav" userId="65e964e2-29dc-47f6-bba7-7a90bccba4af" providerId="ADAL" clId="{AE0F9C5C-4A54-4975-A52F-408603A26ADF}" dt="2026-07-17T07:51:18.075" v="66" actId="478"/>
          <ac:spMkLst>
            <pc:docMk/>
            <pc:sldMk cId="2831063013" sldId="2147376612"/>
            <ac:spMk id="16" creationId="{1188D07C-88FE-8DF0-9A39-CBD76DB1D773}"/>
          </ac:spMkLst>
        </pc:spChg>
        <pc:spChg chg="del">
          <ac:chgData name="Kulkarni, Vaibhav" userId="65e964e2-29dc-47f6-bba7-7a90bccba4af" providerId="ADAL" clId="{AE0F9C5C-4A54-4975-A52F-408603A26ADF}" dt="2026-07-17T07:51:28.611" v="71" actId="478"/>
          <ac:spMkLst>
            <pc:docMk/>
            <pc:sldMk cId="2831063013" sldId="2147376612"/>
            <ac:spMk id="17" creationId="{CE872408-B358-5D69-2D1E-50C2938D1B35}"/>
          </ac:spMkLst>
        </pc:spChg>
        <pc:spChg chg="del mod">
          <ac:chgData name="Kulkarni, Vaibhav" userId="65e964e2-29dc-47f6-bba7-7a90bccba4af" providerId="ADAL" clId="{AE0F9C5C-4A54-4975-A52F-408603A26ADF}" dt="2026-07-17T07:50:42.496" v="49" actId="478"/>
          <ac:spMkLst>
            <pc:docMk/>
            <pc:sldMk cId="2831063013" sldId="2147376612"/>
            <ac:spMk id="18" creationId="{E49CBA88-E6EF-7092-D485-F2FA39B56F2B}"/>
          </ac:spMkLst>
        </pc:spChg>
        <pc:spChg chg="del">
          <ac:chgData name="Kulkarni, Vaibhav" userId="65e964e2-29dc-47f6-bba7-7a90bccba4af" providerId="ADAL" clId="{AE0F9C5C-4A54-4975-A52F-408603A26ADF}" dt="2026-07-17T07:51:16.178" v="65" actId="478"/>
          <ac:spMkLst>
            <pc:docMk/>
            <pc:sldMk cId="2831063013" sldId="2147376612"/>
            <ac:spMk id="19" creationId="{3B2E7E69-AE31-15D0-CE64-3BA76F41127A}"/>
          </ac:spMkLst>
        </pc:spChg>
        <pc:spChg chg="mod">
          <ac:chgData name="Kulkarni, Vaibhav" userId="65e964e2-29dc-47f6-bba7-7a90bccba4af" providerId="ADAL" clId="{AE0F9C5C-4A54-4975-A52F-408603A26ADF}" dt="2026-07-17T08:21:12.754" v="645" actId="14100"/>
          <ac:spMkLst>
            <pc:docMk/>
            <pc:sldMk cId="2831063013" sldId="2147376612"/>
            <ac:spMk id="20" creationId="{4024F67C-576B-9D01-8BFB-CE74F2489489}"/>
          </ac:spMkLst>
        </pc:spChg>
        <pc:spChg chg="del">
          <ac:chgData name="Kulkarni, Vaibhav" userId="65e964e2-29dc-47f6-bba7-7a90bccba4af" providerId="ADAL" clId="{AE0F9C5C-4A54-4975-A52F-408603A26ADF}" dt="2026-07-17T07:51:14.133" v="63" actId="478"/>
          <ac:spMkLst>
            <pc:docMk/>
            <pc:sldMk cId="2831063013" sldId="2147376612"/>
            <ac:spMk id="21" creationId="{02A2A25C-12E1-67D8-DC82-9F6920D47C4F}"/>
          </ac:spMkLst>
        </pc:spChg>
        <pc:spChg chg="del">
          <ac:chgData name="Kulkarni, Vaibhav" userId="65e964e2-29dc-47f6-bba7-7a90bccba4af" providerId="ADAL" clId="{AE0F9C5C-4A54-4975-A52F-408603A26ADF}" dt="2026-07-17T07:51:20.872" v="67" actId="478"/>
          <ac:spMkLst>
            <pc:docMk/>
            <pc:sldMk cId="2831063013" sldId="2147376612"/>
            <ac:spMk id="22" creationId="{24925B82-6E6A-51F1-D3E8-57F5E03149BD}"/>
          </ac:spMkLst>
        </pc:spChg>
        <pc:spChg chg="del">
          <ac:chgData name="Kulkarni, Vaibhav" userId="65e964e2-29dc-47f6-bba7-7a90bccba4af" providerId="ADAL" clId="{AE0F9C5C-4A54-4975-A52F-408603A26ADF}" dt="2026-07-17T07:56:20.997" v="223" actId="478"/>
          <ac:spMkLst>
            <pc:docMk/>
            <pc:sldMk cId="2831063013" sldId="2147376612"/>
            <ac:spMk id="23" creationId="{AE99AD27-AC98-0251-DDF9-3F2664B7A91C}"/>
          </ac:spMkLst>
        </pc:spChg>
        <pc:spChg chg="del">
          <ac:chgData name="Kulkarni, Vaibhav" userId="65e964e2-29dc-47f6-bba7-7a90bccba4af" providerId="ADAL" clId="{AE0F9C5C-4A54-4975-A52F-408603A26ADF}" dt="2026-07-17T07:51:15.308" v="64" actId="478"/>
          <ac:spMkLst>
            <pc:docMk/>
            <pc:sldMk cId="2831063013" sldId="2147376612"/>
            <ac:spMk id="24" creationId="{A7CFB683-0559-0479-10E0-9A0E06C22179}"/>
          </ac:spMkLst>
        </pc:spChg>
        <pc:spChg chg="del">
          <ac:chgData name="Kulkarni, Vaibhav" userId="65e964e2-29dc-47f6-bba7-7a90bccba4af" providerId="ADAL" clId="{AE0F9C5C-4A54-4975-A52F-408603A26ADF}" dt="2026-07-17T07:51:22.065" v="68" actId="478"/>
          <ac:spMkLst>
            <pc:docMk/>
            <pc:sldMk cId="2831063013" sldId="2147376612"/>
            <ac:spMk id="25" creationId="{032767A9-DA6C-97BB-C0B1-84662B6524AB}"/>
          </ac:spMkLst>
        </pc:spChg>
        <pc:spChg chg="add mod">
          <ac:chgData name="Kulkarni, Vaibhav" userId="65e964e2-29dc-47f6-bba7-7a90bccba4af" providerId="ADAL" clId="{AE0F9C5C-4A54-4975-A52F-408603A26ADF}" dt="2026-07-17T08:22:19.337" v="671" actId="1076"/>
          <ac:spMkLst>
            <pc:docMk/>
            <pc:sldMk cId="2831063013" sldId="2147376612"/>
            <ac:spMk id="26" creationId="{1102F1A6-8E8A-0548-2B42-9F07945CEA64}"/>
          </ac:spMkLst>
        </pc:spChg>
        <pc:spChg chg="add mod">
          <ac:chgData name="Kulkarni, Vaibhav" userId="65e964e2-29dc-47f6-bba7-7a90bccba4af" providerId="ADAL" clId="{AE0F9C5C-4A54-4975-A52F-408603A26ADF}" dt="2026-07-17T08:22:19.337" v="671" actId="1076"/>
          <ac:spMkLst>
            <pc:docMk/>
            <pc:sldMk cId="2831063013" sldId="2147376612"/>
            <ac:spMk id="28" creationId="{7549121B-4220-F5E8-497B-7A75B301A9C3}"/>
          </ac:spMkLst>
        </pc:spChg>
        <pc:spChg chg="add del mod">
          <ac:chgData name="Kulkarni, Vaibhav" userId="65e964e2-29dc-47f6-bba7-7a90bccba4af" providerId="ADAL" clId="{AE0F9C5C-4A54-4975-A52F-408603A26ADF}" dt="2026-07-17T08:14:48.027" v="546"/>
          <ac:spMkLst>
            <pc:docMk/>
            <pc:sldMk cId="2831063013" sldId="2147376612"/>
            <ac:spMk id="31" creationId="{2BF4EBCC-3744-9650-CB97-89F4996A03FB}"/>
          </ac:spMkLst>
        </pc:spChg>
        <pc:spChg chg="add del mod">
          <ac:chgData name="Kulkarni, Vaibhav" userId="65e964e2-29dc-47f6-bba7-7a90bccba4af" providerId="ADAL" clId="{AE0F9C5C-4A54-4975-A52F-408603A26ADF}" dt="2026-07-17T08:14:50.555" v="547" actId="478"/>
          <ac:spMkLst>
            <pc:docMk/>
            <pc:sldMk cId="2831063013" sldId="2147376612"/>
            <ac:spMk id="32" creationId="{591B9067-A3C1-08DD-0B64-A4733E22C650}"/>
          </ac:spMkLst>
        </pc:spChg>
        <pc:spChg chg="add mod">
          <ac:chgData name="Kulkarni, Vaibhav" userId="65e964e2-29dc-47f6-bba7-7a90bccba4af" providerId="ADAL" clId="{AE0F9C5C-4A54-4975-A52F-408603A26ADF}" dt="2026-07-17T08:20:25.166" v="629"/>
          <ac:spMkLst>
            <pc:docMk/>
            <pc:sldMk cId="2831063013" sldId="2147376612"/>
            <ac:spMk id="34" creationId="{01D93C1A-DA00-A2C1-4EBB-4BCA01CA99DD}"/>
          </ac:spMkLst>
        </pc:spChg>
        <pc:spChg chg="add mod">
          <ac:chgData name="Kulkarni, Vaibhav" userId="65e964e2-29dc-47f6-bba7-7a90bccba4af" providerId="ADAL" clId="{AE0F9C5C-4A54-4975-A52F-408603A26ADF}" dt="2026-07-17T08:22:35.709" v="677" actId="14100"/>
          <ac:spMkLst>
            <pc:docMk/>
            <pc:sldMk cId="2831063013" sldId="2147376612"/>
            <ac:spMk id="35" creationId="{3B5604CE-92BD-0327-BD4E-9C1B08A6713D}"/>
          </ac:spMkLst>
        </pc:spChg>
        <pc:spChg chg="add del">
          <ac:chgData name="Kulkarni, Vaibhav" userId="65e964e2-29dc-47f6-bba7-7a90bccba4af" providerId="ADAL" clId="{AE0F9C5C-4A54-4975-A52F-408603A26ADF}" dt="2026-07-17T08:25:21.436" v="725" actId="22"/>
          <ac:spMkLst>
            <pc:docMk/>
            <pc:sldMk cId="2831063013" sldId="2147376612"/>
            <ac:spMk id="38" creationId="{ED5D623B-1C45-EBB4-94C3-7A10147EC382}"/>
          </ac:spMkLst>
        </pc:spChg>
        <pc:spChg chg="add mod">
          <ac:chgData name="Kulkarni, Vaibhav" userId="65e964e2-29dc-47f6-bba7-7a90bccba4af" providerId="ADAL" clId="{AE0F9C5C-4A54-4975-A52F-408603A26ADF}" dt="2026-07-17T08:34:10.172" v="1058" actId="20577"/>
          <ac:spMkLst>
            <pc:docMk/>
            <pc:sldMk cId="2831063013" sldId="2147376612"/>
            <ac:spMk id="39" creationId="{358757A3-60B1-0998-F2B7-6F36C601B86F}"/>
          </ac:spMkLst>
        </pc:spChg>
        <pc:graphicFrameChg chg="add mod">
          <ac:chgData name="Kulkarni, Vaibhav" userId="65e964e2-29dc-47f6-bba7-7a90bccba4af" providerId="ADAL" clId="{AE0F9C5C-4A54-4975-A52F-408603A26ADF}" dt="2026-07-17T08:20:22.634" v="628"/>
          <ac:graphicFrameMkLst>
            <pc:docMk/>
            <pc:sldMk cId="2831063013" sldId="2147376612"/>
            <ac:graphicFrameMk id="33" creationId="{25FEEFE5-C123-5A93-11B6-37CE4A321B05}"/>
          </ac:graphicFrameMkLst>
        </pc:graphicFrameChg>
        <pc:graphicFrameChg chg="add mod modGraphic">
          <ac:chgData name="Kulkarni, Vaibhav" userId="65e964e2-29dc-47f6-bba7-7a90bccba4af" providerId="ADAL" clId="{AE0F9C5C-4A54-4975-A52F-408603A26ADF}" dt="2026-07-17T08:33:31.778" v="1046" actId="20577"/>
          <ac:graphicFrameMkLst>
            <pc:docMk/>
            <pc:sldMk cId="2831063013" sldId="2147376612"/>
            <ac:graphicFrameMk id="36" creationId="{134D0CC9-6C51-24F3-AEDE-95B792211E82}"/>
          </ac:graphicFrameMkLst>
        </pc:graphicFrameChg>
        <pc:picChg chg="del">
          <ac:chgData name="Kulkarni, Vaibhav" userId="65e964e2-29dc-47f6-bba7-7a90bccba4af" providerId="ADAL" clId="{AE0F9C5C-4A54-4975-A52F-408603A26ADF}" dt="2026-07-17T07:51:25.195" v="70" actId="478"/>
          <ac:picMkLst>
            <pc:docMk/>
            <pc:sldMk cId="2831063013" sldId="2147376612"/>
            <ac:picMk id="27" creationId="{3BBF033D-4B3E-B9CE-9DE9-B5FBE165797A}"/>
          </ac:picMkLst>
        </pc:picChg>
        <pc:picChg chg="add mod">
          <ac:chgData name="Kulkarni, Vaibhav" userId="65e964e2-29dc-47f6-bba7-7a90bccba4af" providerId="ADAL" clId="{AE0F9C5C-4A54-4975-A52F-408603A26ADF}" dt="2026-07-17T08:22:19.337" v="671" actId="1076"/>
          <ac:picMkLst>
            <pc:docMk/>
            <pc:sldMk cId="2831063013" sldId="2147376612"/>
            <ac:picMk id="30" creationId="{AC57DDCB-733C-B3A2-D913-242E88A32057}"/>
          </ac:picMkLst>
        </pc:picChg>
      </pc:sldChg>
      <pc:sldChg chg="modSp mod">
        <pc:chgData name="Kulkarni, Vaibhav" userId="65e964e2-29dc-47f6-bba7-7a90bccba4af" providerId="ADAL" clId="{AE0F9C5C-4A54-4975-A52F-408603A26ADF}" dt="2026-07-17T07:48:18.807" v="12" actId="313"/>
        <pc:sldMkLst>
          <pc:docMk/>
          <pc:sldMk cId="1428463016" sldId="2147376933"/>
        </pc:sldMkLst>
        <pc:spChg chg="mod">
          <ac:chgData name="Kulkarni, Vaibhav" userId="65e964e2-29dc-47f6-bba7-7a90bccba4af" providerId="ADAL" clId="{AE0F9C5C-4A54-4975-A52F-408603A26ADF}" dt="2026-07-17T07:48:02.898" v="4" actId="20577"/>
          <ac:spMkLst>
            <pc:docMk/>
            <pc:sldMk cId="1428463016" sldId="2147376933"/>
            <ac:spMk id="2" creationId="{F2D9DD3E-6F1C-FF2B-C4DB-0B97F399B9AF}"/>
          </ac:spMkLst>
        </pc:spChg>
        <pc:spChg chg="mod">
          <ac:chgData name="Kulkarni, Vaibhav" userId="65e964e2-29dc-47f6-bba7-7a90bccba4af" providerId="ADAL" clId="{AE0F9C5C-4A54-4975-A52F-408603A26ADF}" dt="2026-07-17T07:48:18.807" v="12" actId="313"/>
          <ac:spMkLst>
            <pc:docMk/>
            <pc:sldMk cId="1428463016" sldId="2147376933"/>
            <ac:spMk id="3" creationId="{E4AFA5C1-3D8C-2C29-E4DF-873EEF534DCA}"/>
          </ac:spMkLst>
        </pc:spChg>
      </pc:sldChg>
      <pc:sldChg chg="del">
        <pc:chgData name="Kulkarni, Vaibhav" userId="65e964e2-29dc-47f6-bba7-7a90bccba4af" providerId="ADAL" clId="{AE0F9C5C-4A54-4975-A52F-408603A26ADF}" dt="2026-07-17T08:34:16.171" v="1059" actId="47"/>
        <pc:sldMkLst>
          <pc:docMk/>
          <pc:sldMk cId="3474171985" sldId="2147376953"/>
        </pc:sldMkLst>
      </pc:sldChg>
      <pc:sldChg chg="del">
        <pc:chgData name="Kulkarni, Vaibhav" userId="65e964e2-29dc-47f6-bba7-7a90bccba4af" providerId="ADAL" clId="{AE0F9C5C-4A54-4975-A52F-408603A26ADF}" dt="2026-07-17T08:34:18.350" v="1062" actId="47"/>
        <pc:sldMkLst>
          <pc:docMk/>
          <pc:sldMk cId="331070136" sldId="2147483643"/>
        </pc:sldMkLst>
      </pc:sldChg>
      <pc:sldChg chg="del">
        <pc:chgData name="Kulkarni, Vaibhav" userId="65e964e2-29dc-47f6-bba7-7a90bccba4af" providerId="ADAL" clId="{AE0F9C5C-4A54-4975-A52F-408603A26ADF}" dt="2026-07-17T08:34:20.211" v="1064" actId="47"/>
        <pc:sldMkLst>
          <pc:docMk/>
          <pc:sldMk cId="2431486115" sldId="2147483644"/>
        </pc:sldMkLst>
      </pc:sldChg>
      <pc:sldMasterChg chg="addSldLayout delSldLayout">
        <pc:chgData name="Kulkarni, Vaibhav" userId="65e964e2-29dc-47f6-bba7-7a90bccba4af" providerId="ADAL" clId="{AE0F9C5C-4A54-4975-A52F-408603A26ADF}" dt="2026-07-17T08:34:22.044" v="1066" actId="47"/>
        <pc:sldMasterMkLst>
          <pc:docMk/>
          <pc:sldMasterMk cId="3148905397" sldId="2147483899"/>
        </pc:sldMasterMkLst>
        <pc:sldLayoutChg chg="add del">
          <pc:chgData name="Kulkarni, Vaibhav" userId="65e964e2-29dc-47f6-bba7-7a90bccba4af" providerId="ADAL" clId="{AE0F9C5C-4A54-4975-A52F-408603A26ADF}" dt="2026-07-17T08:34:22.044" v="1066" actId="47"/>
          <pc:sldLayoutMkLst>
            <pc:docMk/>
            <pc:sldMasterMk cId="3148905397" sldId="2147483899"/>
            <pc:sldLayoutMk cId="2102473641" sldId="2147483952"/>
          </pc:sldLayoutMkLst>
        </pc:sldLayoutChg>
        <pc:sldLayoutChg chg="del">
          <pc:chgData name="Kulkarni, Vaibhav" userId="65e964e2-29dc-47f6-bba7-7a90bccba4af" providerId="ADAL" clId="{AE0F9C5C-4A54-4975-A52F-408603A26ADF}" dt="2026-07-17T08:34:16.171" v="1059" actId="47"/>
          <pc:sldLayoutMkLst>
            <pc:docMk/>
            <pc:sldMasterMk cId="3148905397" sldId="2147483899"/>
            <pc:sldLayoutMk cId="2219039619" sldId="2147484039"/>
          </pc:sldLayoutMkLst>
        </pc:sldLayoutChg>
        <pc:sldLayoutChg chg="del">
          <pc:chgData name="Kulkarni, Vaibhav" userId="65e964e2-29dc-47f6-bba7-7a90bccba4af" providerId="ADAL" clId="{AE0F9C5C-4A54-4975-A52F-408603A26ADF}" dt="2026-07-17T08:34:20.211" v="1064" actId="47"/>
          <pc:sldLayoutMkLst>
            <pc:docMk/>
            <pc:sldMasterMk cId="3148905397" sldId="2147483899"/>
            <pc:sldLayoutMk cId="176070437" sldId="2147484040"/>
          </pc:sldLayoutMkLst>
        </pc:sldLayoutChg>
      </pc:sldMasterChg>
      <pc:sldMasterChg chg="del delSldLayout">
        <pc:chgData name="Kulkarni, Vaibhav" userId="65e964e2-29dc-47f6-bba7-7a90bccba4af" providerId="ADAL" clId="{AE0F9C5C-4A54-4975-A52F-408603A26ADF}" dt="2026-07-17T07:48:05.494" v="5"/>
        <pc:sldMasterMkLst>
          <pc:docMk/>
          <pc:sldMasterMk cId="2314978218" sldId="2147483914"/>
        </pc:sldMasterMkLst>
        <pc:sldLayoutChg chg="del">
          <pc:chgData name="Kulkarni, Vaibhav" userId="65e964e2-29dc-47f6-bba7-7a90bccba4af" providerId="ADAL" clId="{AE0F9C5C-4A54-4975-A52F-408603A26ADF}" dt="2026-07-17T07:48:05.494" v="5"/>
          <pc:sldLayoutMkLst>
            <pc:docMk/>
            <pc:sldMasterMk cId="2314978218" sldId="2147483914"/>
            <pc:sldLayoutMk cId="2554079091" sldId="2147483996"/>
          </pc:sldLayoutMkLst>
        </pc:sldLayoutChg>
      </pc:sldMasterChg>
      <pc:sldMasterChg chg="del delSldLayout">
        <pc:chgData name="Kulkarni, Vaibhav" userId="65e964e2-29dc-47f6-bba7-7a90bccba4af" providerId="ADAL" clId="{AE0F9C5C-4A54-4975-A52F-408603A26ADF}" dt="2026-07-17T07:48:05.494" v="5"/>
        <pc:sldMasterMkLst>
          <pc:docMk/>
          <pc:sldMasterMk cId="35170166" sldId="2147483963"/>
        </pc:sldMasterMkLst>
        <pc:sldLayoutChg chg="del">
          <pc:chgData name="Kulkarni, Vaibhav" userId="65e964e2-29dc-47f6-bba7-7a90bccba4af" providerId="ADAL" clId="{AE0F9C5C-4A54-4975-A52F-408603A26ADF}" dt="2026-07-17T07:48:05.494" v="5"/>
          <pc:sldLayoutMkLst>
            <pc:docMk/>
            <pc:sldMasterMk cId="35170166" sldId="2147483963"/>
            <pc:sldLayoutMk cId="259769714" sldId="2147483964"/>
          </pc:sldLayoutMkLst>
        </pc:sldLayoutChg>
        <pc:sldLayoutChg chg="del">
          <pc:chgData name="Kulkarni, Vaibhav" userId="65e964e2-29dc-47f6-bba7-7a90bccba4af" providerId="ADAL" clId="{AE0F9C5C-4A54-4975-A52F-408603A26ADF}" dt="2026-07-17T07:48:05.494" v="5"/>
          <pc:sldLayoutMkLst>
            <pc:docMk/>
            <pc:sldMasterMk cId="35170166" sldId="2147483963"/>
            <pc:sldLayoutMk cId="4219899511" sldId="2147483965"/>
          </pc:sldLayoutMkLst>
        </pc:sldLayoutChg>
        <pc:sldLayoutChg chg="del">
          <pc:chgData name="Kulkarni, Vaibhav" userId="65e964e2-29dc-47f6-bba7-7a90bccba4af" providerId="ADAL" clId="{AE0F9C5C-4A54-4975-A52F-408603A26ADF}" dt="2026-07-17T07:48:05.494" v="5"/>
          <pc:sldLayoutMkLst>
            <pc:docMk/>
            <pc:sldMasterMk cId="35170166" sldId="2147483963"/>
            <pc:sldLayoutMk cId="1201032256" sldId="2147483966"/>
          </pc:sldLayoutMkLst>
        </pc:sldLayoutChg>
        <pc:sldLayoutChg chg="del">
          <pc:chgData name="Kulkarni, Vaibhav" userId="65e964e2-29dc-47f6-bba7-7a90bccba4af" providerId="ADAL" clId="{AE0F9C5C-4A54-4975-A52F-408603A26ADF}" dt="2026-07-17T07:48:05.494" v="5"/>
          <pc:sldLayoutMkLst>
            <pc:docMk/>
            <pc:sldMasterMk cId="35170166" sldId="2147483963"/>
            <pc:sldLayoutMk cId="1177936215" sldId="2147483967"/>
          </pc:sldLayoutMkLst>
        </pc:sldLayoutChg>
        <pc:sldLayoutChg chg="del">
          <pc:chgData name="Kulkarni, Vaibhav" userId="65e964e2-29dc-47f6-bba7-7a90bccba4af" providerId="ADAL" clId="{AE0F9C5C-4A54-4975-A52F-408603A26ADF}" dt="2026-07-17T07:48:05.494" v="5"/>
          <pc:sldLayoutMkLst>
            <pc:docMk/>
            <pc:sldMasterMk cId="35170166" sldId="2147483963"/>
            <pc:sldLayoutMk cId="1528964309" sldId="2147483968"/>
          </pc:sldLayoutMkLst>
        </pc:sldLayoutChg>
        <pc:sldLayoutChg chg="del">
          <pc:chgData name="Kulkarni, Vaibhav" userId="65e964e2-29dc-47f6-bba7-7a90bccba4af" providerId="ADAL" clId="{AE0F9C5C-4A54-4975-A52F-408603A26ADF}" dt="2026-07-17T07:48:05.494" v="5"/>
          <pc:sldLayoutMkLst>
            <pc:docMk/>
            <pc:sldMasterMk cId="35170166" sldId="2147483963"/>
            <pc:sldLayoutMk cId="1348529545" sldId="2147483969"/>
          </pc:sldLayoutMkLst>
        </pc:sldLayoutChg>
        <pc:sldLayoutChg chg="del">
          <pc:chgData name="Kulkarni, Vaibhav" userId="65e964e2-29dc-47f6-bba7-7a90bccba4af" providerId="ADAL" clId="{AE0F9C5C-4A54-4975-A52F-408603A26ADF}" dt="2026-07-17T07:48:05.494" v="5"/>
          <pc:sldLayoutMkLst>
            <pc:docMk/>
            <pc:sldMasterMk cId="35170166" sldId="2147483963"/>
            <pc:sldLayoutMk cId="428265954" sldId="2147483970"/>
          </pc:sldLayoutMkLst>
        </pc:sldLayoutChg>
        <pc:sldLayoutChg chg="del">
          <pc:chgData name="Kulkarni, Vaibhav" userId="65e964e2-29dc-47f6-bba7-7a90bccba4af" providerId="ADAL" clId="{AE0F9C5C-4A54-4975-A52F-408603A26ADF}" dt="2026-07-17T07:48:05.494" v="5"/>
          <pc:sldLayoutMkLst>
            <pc:docMk/>
            <pc:sldMasterMk cId="35170166" sldId="2147483963"/>
            <pc:sldLayoutMk cId="3745969181" sldId="2147483971"/>
          </pc:sldLayoutMkLst>
        </pc:sldLayoutChg>
        <pc:sldLayoutChg chg="del">
          <pc:chgData name="Kulkarni, Vaibhav" userId="65e964e2-29dc-47f6-bba7-7a90bccba4af" providerId="ADAL" clId="{AE0F9C5C-4A54-4975-A52F-408603A26ADF}" dt="2026-07-17T07:48:05.494" v="5"/>
          <pc:sldLayoutMkLst>
            <pc:docMk/>
            <pc:sldMasterMk cId="35170166" sldId="2147483963"/>
            <pc:sldLayoutMk cId="3446164483" sldId="2147483972"/>
          </pc:sldLayoutMkLst>
        </pc:sldLayoutChg>
        <pc:sldLayoutChg chg="del">
          <pc:chgData name="Kulkarni, Vaibhav" userId="65e964e2-29dc-47f6-bba7-7a90bccba4af" providerId="ADAL" clId="{AE0F9C5C-4A54-4975-A52F-408603A26ADF}" dt="2026-07-17T07:48:05.494" v="5"/>
          <pc:sldLayoutMkLst>
            <pc:docMk/>
            <pc:sldMasterMk cId="35170166" sldId="2147483963"/>
            <pc:sldLayoutMk cId="2327479915" sldId="2147483973"/>
          </pc:sldLayoutMkLst>
        </pc:sldLayoutChg>
        <pc:sldLayoutChg chg="del">
          <pc:chgData name="Kulkarni, Vaibhav" userId="65e964e2-29dc-47f6-bba7-7a90bccba4af" providerId="ADAL" clId="{AE0F9C5C-4A54-4975-A52F-408603A26ADF}" dt="2026-07-17T07:48:05.494" v="5"/>
          <pc:sldLayoutMkLst>
            <pc:docMk/>
            <pc:sldMasterMk cId="35170166" sldId="2147483963"/>
            <pc:sldLayoutMk cId="2827209088" sldId="2147483974"/>
          </pc:sldLayoutMkLst>
        </pc:sldLayoutChg>
        <pc:sldLayoutChg chg="del">
          <pc:chgData name="Kulkarni, Vaibhav" userId="65e964e2-29dc-47f6-bba7-7a90bccba4af" providerId="ADAL" clId="{AE0F9C5C-4A54-4975-A52F-408603A26ADF}" dt="2026-07-17T07:48:05.494" v="5"/>
          <pc:sldLayoutMkLst>
            <pc:docMk/>
            <pc:sldMasterMk cId="35170166" sldId="2147483963"/>
            <pc:sldLayoutMk cId="2417167597" sldId="2147483975"/>
          </pc:sldLayoutMkLst>
        </pc:sldLayoutChg>
        <pc:sldLayoutChg chg="del">
          <pc:chgData name="Kulkarni, Vaibhav" userId="65e964e2-29dc-47f6-bba7-7a90bccba4af" providerId="ADAL" clId="{AE0F9C5C-4A54-4975-A52F-408603A26ADF}" dt="2026-07-17T07:48:05.494" v="5"/>
          <pc:sldLayoutMkLst>
            <pc:docMk/>
            <pc:sldMasterMk cId="35170166" sldId="2147483963"/>
            <pc:sldLayoutMk cId="495093918" sldId="2147483976"/>
          </pc:sldLayoutMkLst>
        </pc:sldLayoutChg>
        <pc:sldLayoutChg chg="del">
          <pc:chgData name="Kulkarni, Vaibhav" userId="65e964e2-29dc-47f6-bba7-7a90bccba4af" providerId="ADAL" clId="{AE0F9C5C-4A54-4975-A52F-408603A26ADF}" dt="2026-07-17T07:48:05.494" v="5"/>
          <pc:sldLayoutMkLst>
            <pc:docMk/>
            <pc:sldMasterMk cId="35170166" sldId="2147483963"/>
            <pc:sldLayoutMk cId="3396213085" sldId="2147483977"/>
          </pc:sldLayoutMkLst>
        </pc:sldLayoutChg>
        <pc:sldLayoutChg chg="del">
          <pc:chgData name="Kulkarni, Vaibhav" userId="65e964e2-29dc-47f6-bba7-7a90bccba4af" providerId="ADAL" clId="{AE0F9C5C-4A54-4975-A52F-408603A26ADF}" dt="2026-07-17T07:48:05.494" v="5"/>
          <pc:sldLayoutMkLst>
            <pc:docMk/>
            <pc:sldMasterMk cId="35170166" sldId="2147483963"/>
            <pc:sldLayoutMk cId="749612386" sldId="2147483978"/>
          </pc:sldLayoutMkLst>
        </pc:sldLayoutChg>
        <pc:sldLayoutChg chg="del">
          <pc:chgData name="Kulkarni, Vaibhav" userId="65e964e2-29dc-47f6-bba7-7a90bccba4af" providerId="ADAL" clId="{AE0F9C5C-4A54-4975-A52F-408603A26ADF}" dt="2026-07-17T07:48:05.494" v="5"/>
          <pc:sldLayoutMkLst>
            <pc:docMk/>
            <pc:sldMasterMk cId="35170166" sldId="2147483963"/>
            <pc:sldLayoutMk cId="3874161583" sldId="2147483979"/>
          </pc:sldLayoutMkLst>
        </pc:sldLayoutChg>
        <pc:sldLayoutChg chg="del">
          <pc:chgData name="Kulkarni, Vaibhav" userId="65e964e2-29dc-47f6-bba7-7a90bccba4af" providerId="ADAL" clId="{AE0F9C5C-4A54-4975-A52F-408603A26ADF}" dt="2026-07-17T07:48:05.494" v="5"/>
          <pc:sldLayoutMkLst>
            <pc:docMk/>
            <pc:sldMasterMk cId="35170166" sldId="2147483963"/>
            <pc:sldLayoutMk cId="1540867242" sldId="2147483980"/>
          </pc:sldLayoutMkLst>
        </pc:sldLayoutChg>
        <pc:sldLayoutChg chg="del">
          <pc:chgData name="Kulkarni, Vaibhav" userId="65e964e2-29dc-47f6-bba7-7a90bccba4af" providerId="ADAL" clId="{AE0F9C5C-4A54-4975-A52F-408603A26ADF}" dt="2026-07-17T07:48:05.494" v="5"/>
          <pc:sldLayoutMkLst>
            <pc:docMk/>
            <pc:sldMasterMk cId="35170166" sldId="2147483963"/>
            <pc:sldLayoutMk cId="4119508929" sldId="2147483981"/>
          </pc:sldLayoutMkLst>
        </pc:sldLayoutChg>
      </pc:sldMasterChg>
      <pc:sldMasterChg chg="del delSldLayout">
        <pc:chgData name="Kulkarni, Vaibhav" userId="65e964e2-29dc-47f6-bba7-7a90bccba4af" providerId="ADAL" clId="{AE0F9C5C-4A54-4975-A52F-408603A26ADF}" dt="2026-07-17T07:48:05.494" v="5"/>
        <pc:sldMasterMkLst>
          <pc:docMk/>
          <pc:sldMasterMk cId="3963880070" sldId="2147483986"/>
        </pc:sldMasterMkLst>
        <pc:sldLayoutChg chg="del">
          <pc:chgData name="Kulkarni, Vaibhav" userId="65e964e2-29dc-47f6-bba7-7a90bccba4af" providerId="ADAL" clId="{AE0F9C5C-4A54-4975-A52F-408603A26ADF}" dt="2026-07-17T07:48:05.494" v="5"/>
          <pc:sldLayoutMkLst>
            <pc:docMk/>
            <pc:sldMasterMk cId="3963880070" sldId="2147483986"/>
            <pc:sldLayoutMk cId="2028608076" sldId="2147483987"/>
          </pc:sldLayoutMkLst>
        </pc:sldLayoutChg>
        <pc:sldLayoutChg chg="del">
          <pc:chgData name="Kulkarni, Vaibhav" userId="65e964e2-29dc-47f6-bba7-7a90bccba4af" providerId="ADAL" clId="{AE0F9C5C-4A54-4975-A52F-408603A26ADF}" dt="2026-07-17T07:48:05.494" v="5"/>
          <pc:sldLayoutMkLst>
            <pc:docMk/>
            <pc:sldMasterMk cId="3963880070" sldId="2147483986"/>
            <pc:sldLayoutMk cId="3155215350" sldId="2147483988"/>
          </pc:sldLayoutMkLst>
        </pc:sldLayoutChg>
        <pc:sldLayoutChg chg="del">
          <pc:chgData name="Kulkarni, Vaibhav" userId="65e964e2-29dc-47f6-bba7-7a90bccba4af" providerId="ADAL" clId="{AE0F9C5C-4A54-4975-A52F-408603A26ADF}" dt="2026-07-17T07:48:05.494" v="5"/>
          <pc:sldLayoutMkLst>
            <pc:docMk/>
            <pc:sldMasterMk cId="3963880070" sldId="2147483986"/>
            <pc:sldLayoutMk cId="2005318988" sldId="2147483989"/>
          </pc:sldLayoutMkLst>
        </pc:sldLayoutChg>
        <pc:sldLayoutChg chg="del">
          <pc:chgData name="Kulkarni, Vaibhav" userId="65e964e2-29dc-47f6-bba7-7a90bccba4af" providerId="ADAL" clId="{AE0F9C5C-4A54-4975-A52F-408603A26ADF}" dt="2026-07-17T07:48:05.494" v="5"/>
          <pc:sldLayoutMkLst>
            <pc:docMk/>
            <pc:sldMasterMk cId="3963880070" sldId="2147483986"/>
            <pc:sldLayoutMk cId="780299048" sldId="2147483990"/>
          </pc:sldLayoutMkLst>
        </pc:sldLayoutChg>
        <pc:sldLayoutChg chg="del">
          <pc:chgData name="Kulkarni, Vaibhav" userId="65e964e2-29dc-47f6-bba7-7a90bccba4af" providerId="ADAL" clId="{AE0F9C5C-4A54-4975-A52F-408603A26ADF}" dt="2026-07-17T07:48:05.494" v="5"/>
          <pc:sldLayoutMkLst>
            <pc:docMk/>
            <pc:sldMasterMk cId="3963880070" sldId="2147483986"/>
            <pc:sldLayoutMk cId="3571784158" sldId="2147483991"/>
          </pc:sldLayoutMkLst>
        </pc:sldLayoutChg>
        <pc:sldLayoutChg chg="del">
          <pc:chgData name="Kulkarni, Vaibhav" userId="65e964e2-29dc-47f6-bba7-7a90bccba4af" providerId="ADAL" clId="{AE0F9C5C-4A54-4975-A52F-408603A26ADF}" dt="2026-07-17T07:48:05.494" v="5"/>
          <pc:sldLayoutMkLst>
            <pc:docMk/>
            <pc:sldMasterMk cId="3963880070" sldId="2147483986"/>
            <pc:sldLayoutMk cId="3192868927" sldId="2147483992"/>
          </pc:sldLayoutMkLst>
        </pc:sldLayoutChg>
        <pc:sldLayoutChg chg="del">
          <pc:chgData name="Kulkarni, Vaibhav" userId="65e964e2-29dc-47f6-bba7-7a90bccba4af" providerId="ADAL" clId="{AE0F9C5C-4A54-4975-A52F-408603A26ADF}" dt="2026-07-17T07:48:05.494" v="5"/>
          <pc:sldLayoutMkLst>
            <pc:docMk/>
            <pc:sldMasterMk cId="3963880070" sldId="2147483986"/>
            <pc:sldLayoutMk cId="1255777744" sldId="2147483993"/>
          </pc:sldLayoutMkLst>
        </pc:sldLayoutChg>
        <pc:sldLayoutChg chg="del">
          <pc:chgData name="Kulkarni, Vaibhav" userId="65e964e2-29dc-47f6-bba7-7a90bccba4af" providerId="ADAL" clId="{AE0F9C5C-4A54-4975-A52F-408603A26ADF}" dt="2026-07-17T07:48:05.494" v="5"/>
          <pc:sldLayoutMkLst>
            <pc:docMk/>
            <pc:sldMasterMk cId="3963880070" sldId="2147483986"/>
            <pc:sldLayoutMk cId="4019900951" sldId="2147483994"/>
          </pc:sldLayoutMkLst>
        </pc:sldLayoutChg>
      </pc:sldMasterChg>
      <pc:sldMasterChg chg="del delSldLayout">
        <pc:chgData name="Kulkarni, Vaibhav" userId="65e964e2-29dc-47f6-bba7-7a90bccba4af" providerId="ADAL" clId="{AE0F9C5C-4A54-4975-A52F-408603A26ADF}" dt="2026-07-17T07:48:05.494" v="5"/>
        <pc:sldMasterMkLst>
          <pc:docMk/>
          <pc:sldMasterMk cId="1168474709" sldId="2147484034"/>
        </pc:sldMasterMkLst>
        <pc:sldLayoutChg chg="del">
          <pc:chgData name="Kulkarni, Vaibhav" userId="65e964e2-29dc-47f6-bba7-7a90bccba4af" providerId="ADAL" clId="{AE0F9C5C-4A54-4975-A52F-408603A26ADF}" dt="2026-07-17T07:48:05.494" v="5"/>
          <pc:sldLayoutMkLst>
            <pc:docMk/>
            <pc:sldMasterMk cId="1168474709" sldId="2147484034"/>
            <pc:sldLayoutMk cId="771582952" sldId="2147484035"/>
          </pc:sldLayoutMkLst>
        </pc:sldLayoutChg>
        <pc:sldLayoutChg chg="del">
          <pc:chgData name="Kulkarni, Vaibhav" userId="65e964e2-29dc-47f6-bba7-7a90bccba4af" providerId="ADAL" clId="{AE0F9C5C-4A54-4975-A52F-408603A26ADF}" dt="2026-07-17T07:48:05.494" v="5"/>
          <pc:sldLayoutMkLst>
            <pc:docMk/>
            <pc:sldMasterMk cId="1168474709" sldId="2147484034"/>
            <pc:sldLayoutMk cId="189431929" sldId="2147484036"/>
          </pc:sldLayoutMkLst>
        </pc:sldLayoutChg>
        <pc:sldLayoutChg chg="del">
          <pc:chgData name="Kulkarni, Vaibhav" userId="65e964e2-29dc-47f6-bba7-7a90bccba4af" providerId="ADAL" clId="{AE0F9C5C-4A54-4975-A52F-408603A26ADF}" dt="2026-07-17T07:48:05.494" v="5"/>
          <pc:sldLayoutMkLst>
            <pc:docMk/>
            <pc:sldMasterMk cId="1168474709" sldId="2147484034"/>
            <pc:sldLayoutMk cId="2160203155" sldId="2147484037"/>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D8B6225-3E94-4525-8747-A8CEEE07C47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PT" sz="900"/>
          </a:p>
        </p:txBody>
      </p:sp>
      <p:sp>
        <p:nvSpPr>
          <p:cNvPr id="3" name="Date Placeholder 2">
            <a:extLst>
              <a:ext uri="{FF2B5EF4-FFF2-40B4-BE49-F238E27FC236}">
                <a16:creationId xmlns:a16="http://schemas.microsoft.com/office/drawing/2014/main" id="{1EE33FD8-B984-44FE-83F0-5C989EE6249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6C988DC-9DE3-4390-97AB-D61B85DACE57}" type="datetimeFigureOut">
              <a:rPr lang="pt-PT" sz="900" smtClean="0"/>
              <a:pPr/>
              <a:t>17/07/2026</a:t>
            </a:fld>
            <a:endParaRPr lang="pt-PT" sz="900"/>
          </a:p>
        </p:txBody>
      </p:sp>
      <p:sp>
        <p:nvSpPr>
          <p:cNvPr id="4" name="Footer Placeholder 3">
            <a:extLst>
              <a:ext uri="{FF2B5EF4-FFF2-40B4-BE49-F238E27FC236}">
                <a16:creationId xmlns:a16="http://schemas.microsoft.com/office/drawing/2014/main" id="{88AD1E4F-EFF7-4551-A0B7-35D2A74F4F4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pt-PT" sz="900"/>
          </a:p>
        </p:txBody>
      </p:sp>
      <p:sp>
        <p:nvSpPr>
          <p:cNvPr id="5" name="Slide Number Placeholder 4">
            <a:extLst>
              <a:ext uri="{FF2B5EF4-FFF2-40B4-BE49-F238E27FC236}">
                <a16:creationId xmlns:a16="http://schemas.microsoft.com/office/drawing/2014/main" id="{5C3F35C8-35E9-48DD-971F-B2366CC5B7D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F190BF9-40D8-49B5-87EF-599BB2C7EE93}" type="slidenum">
              <a:rPr lang="pt-PT" sz="900" smtClean="0"/>
              <a:pPr/>
              <a:t>‹#›</a:t>
            </a:fld>
            <a:endParaRPr lang="pt-PT" sz="900"/>
          </a:p>
        </p:txBody>
      </p:sp>
    </p:spTree>
    <p:extLst>
      <p:ext uri="{BB962C8B-B14F-4D97-AF65-F5344CB8AC3E}">
        <p14:creationId xmlns:p14="http://schemas.microsoft.com/office/powerpoint/2010/main" val="36093076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ção do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900"/>
            </a:lvl1pPr>
          </a:lstStyle>
          <a:p>
            <a:endParaRPr lang="pt-BR"/>
          </a:p>
        </p:txBody>
      </p:sp>
      <p:sp>
        <p:nvSpPr>
          <p:cNvPr id="3" name="Marcador de Posição d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900"/>
            </a:lvl1pPr>
          </a:lstStyle>
          <a:p>
            <a:fld id="{0835B8F7-DAC4-4931-8AED-4356A8B2FD64}" type="datetimeFigureOut">
              <a:rPr lang="pt-BR" smtClean="0"/>
              <a:pPr/>
              <a:t>17/07/2026</a:t>
            </a:fld>
            <a:endParaRPr lang="pt-BR"/>
          </a:p>
        </p:txBody>
      </p:sp>
      <p:sp>
        <p:nvSpPr>
          <p:cNvPr id="4" name="Marcador de Posição da Imagem do Diapositivo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Marcador de Posição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PT"/>
              <a:t>Insert comments</a:t>
            </a:r>
            <a:endParaRPr lang="pt-BR"/>
          </a:p>
        </p:txBody>
      </p:sp>
      <p:sp>
        <p:nvSpPr>
          <p:cNvPr id="6" name="Marcador de Posição do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900"/>
            </a:lvl1pPr>
          </a:lstStyle>
          <a:p>
            <a:endParaRPr lang="pt-BR"/>
          </a:p>
        </p:txBody>
      </p:sp>
      <p:sp>
        <p:nvSpPr>
          <p:cNvPr id="7" name="Marcador de Posição do Número do Diapositivo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900"/>
            </a:lvl1pPr>
          </a:lstStyle>
          <a:p>
            <a:fld id="{C0696B5C-12A0-4042-B4D0-BD3B9A4F58C6}" type="slidenum">
              <a:rPr lang="pt-BR" smtClean="0"/>
              <a:pPr/>
              <a:t>‹#›</a:t>
            </a:fld>
            <a:endParaRPr lang="pt-BR"/>
          </a:p>
        </p:txBody>
      </p:sp>
    </p:spTree>
    <p:extLst>
      <p:ext uri="{BB962C8B-B14F-4D97-AF65-F5344CB8AC3E}">
        <p14:creationId xmlns:p14="http://schemas.microsoft.com/office/powerpoint/2010/main" val="1575338179"/>
      </p:ext>
    </p:extLst>
  </p:cSld>
  <p:clrMap bg1="lt1" tx1="dk1" bg2="lt2" tx2="dk2" accent1="accent1" accent2="accent2" accent3="accent3" accent4="accent4" accent5="accent5" accent6="accent6" hlink="hlink" folHlink="folHlink"/>
  <p:notesStyle>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01B785-89E2-D499-231D-196162F6D5E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463E975-931E-9DE7-9904-40E488F44C96}"/>
              </a:ext>
            </a:extLst>
          </p:cNvPr>
          <p:cNvSpPr>
            <a:spLocks noGrp="1" noRot="1" noChangeAspect="1"/>
          </p:cNvSpPr>
          <p:nvPr>
            <p:ph type="sldImg"/>
          </p:nvPr>
        </p:nvSpPr>
        <p:spPr/>
        <p:txBody>
          <a:bodyPr/>
          <a:lstStyle/>
          <a:p>
            <a:endParaRPr lang="en-IN"/>
          </a:p>
        </p:txBody>
      </p:sp>
      <p:sp>
        <p:nvSpPr>
          <p:cNvPr id="3" name="Espace réservé des notes 2">
            <a:extLst>
              <a:ext uri="{FF2B5EF4-FFF2-40B4-BE49-F238E27FC236}">
                <a16:creationId xmlns:a16="http://schemas.microsoft.com/office/drawing/2014/main" id="{186A21B3-AD44-DA2D-3E94-A0BFC63D5C61}"/>
              </a:ext>
            </a:extLst>
          </p:cNvPr>
          <p:cNvSpPr>
            <a:spLocks noGrp="1"/>
          </p:cNvSpPr>
          <p:nvPr>
            <p:ph type="body" idx="1"/>
          </p:nvPr>
        </p:nvSpPr>
        <p:spPr/>
        <p:txBody>
          <a:bodyPr/>
          <a:lstStyle/>
          <a:p>
            <a:endParaRPr lang="en-US" dirty="0"/>
          </a:p>
        </p:txBody>
      </p:sp>
      <p:sp>
        <p:nvSpPr>
          <p:cNvPr id="4" name="Espace réservé du numéro de diapositive 3">
            <a:extLst>
              <a:ext uri="{FF2B5EF4-FFF2-40B4-BE49-F238E27FC236}">
                <a16:creationId xmlns:a16="http://schemas.microsoft.com/office/drawing/2014/main" id="{E26B7235-DE5B-2122-59DA-897199384A49}"/>
              </a:ext>
            </a:extLst>
          </p:cNvPr>
          <p:cNvSpPr>
            <a:spLocks noGrp="1"/>
          </p:cNvSpPr>
          <p:nvPr>
            <p:ph type="sldNum" sz="quarter" idx="5"/>
          </p:nvPr>
        </p:nvSpPr>
        <p:spPr/>
        <p:txBody>
          <a:bodyPr/>
          <a:lstStyle/>
          <a:p>
            <a:fld id="{C0696B5C-12A0-4042-B4D0-BD3B9A4F58C6}" type="slidenum">
              <a:rPr lang="pt-BR" smtClean="0"/>
              <a:pPr/>
              <a:t>2</a:t>
            </a:fld>
            <a:endParaRPr lang="pt-BR"/>
          </a:p>
        </p:txBody>
      </p:sp>
    </p:spTree>
    <p:extLst>
      <p:ext uri="{BB962C8B-B14F-4D97-AF65-F5344CB8AC3E}">
        <p14:creationId xmlns:p14="http://schemas.microsoft.com/office/powerpoint/2010/main" val="72275604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xml"/><Relationship Id="rId1" Type="http://schemas.openxmlformats.org/officeDocument/2006/relationships/tags" Target="../tags/tag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1.emf"/></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1.emf"/></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7.xml"/><Relationship Id="rId4" Type="http://schemas.openxmlformats.org/officeDocument/2006/relationships/image" Target="../media/image1.emf"/></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3.png"/><Relationship Id="rId3" Type="http://schemas.openxmlformats.org/officeDocument/2006/relationships/image" Target="../media/image4.png"/><Relationship Id="rId7" Type="http://schemas.openxmlformats.org/officeDocument/2006/relationships/image" Target="../media/image6.png"/><Relationship Id="rId12" Type="http://schemas.openxmlformats.org/officeDocument/2006/relationships/image" Target="../media/image9.png"/><Relationship Id="rId2" Type="http://schemas.openxmlformats.org/officeDocument/2006/relationships/hyperlink" Target="http://www.linkedin.com/company/capgemini" TargetMode="External"/><Relationship Id="rId1" Type="http://schemas.openxmlformats.org/officeDocument/2006/relationships/slideMaster" Target="../slideMasters/slideMaster1.xml"/><Relationship Id="rId6" Type="http://schemas.openxmlformats.org/officeDocument/2006/relationships/hyperlink" Target="http://www.twitter.com/capgemini" TargetMode="External"/><Relationship Id="rId11" Type="http://schemas.openxmlformats.org/officeDocument/2006/relationships/image" Target="../media/image8.png"/><Relationship Id="rId5" Type="http://schemas.openxmlformats.org/officeDocument/2006/relationships/image" Target="../media/image5.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7.png"/></Relationships>
</file>

<file path=ppt/slideLayouts/_rels/slideLayout21.xml.rels><?xml version="1.0" encoding="UTF-8" standalone="yes"?>
<Relationships xmlns="http://schemas.openxmlformats.org/package/2006/relationships"><Relationship Id="rId8" Type="http://schemas.openxmlformats.org/officeDocument/2006/relationships/image" Target="../media/image4.png"/><Relationship Id="rId13" Type="http://schemas.openxmlformats.org/officeDocument/2006/relationships/hyperlink" Target="http://www.youtube.com/capgeminimedia" TargetMode="External"/><Relationship Id="rId3" Type="http://schemas.openxmlformats.org/officeDocument/2006/relationships/tags" Target="../tags/tag10.xml"/><Relationship Id="rId7" Type="http://schemas.openxmlformats.org/officeDocument/2006/relationships/hyperlink" Target="http://www.linkedin.com/company/capgemini" TargetMode="External"/><Relationship Id="rId12" Type="http://schemas.openxmlformats.org/officeDocument/2006/relationships/image" Target="../media/image6.png"/><Relationship Id="rId17" Type="http://schemas.openxmlformats.org/officeDocument/2006/relationships/image" Target="../media/image3.png"/><Relationship Id="rId2" Type="http://schemas.openxmlformats.org/officeDocument/2006/relationships/tags" Target="../tags/tag9.xml"/><Relationship Id="rId16" Type="http://schemas.openxmlformats.org/officeDocument/2006/relationships/image" Target="../media/image8.png"/><Relationship Id="rId1" Type="http://schemas.openxmlformats.org/officeDocument/2006/relationships/tags" Target="../tags/tag8.xml"/><Relationship Id="rId6" Type="http://schemas.openxmlformats.org/officeDocument/2006/relationships/image" Target="../media/image9.png"/><Relationship Id="rId11" Type="http://schemas.openxmlformats.org/officeDocument/2006/relationships/hyperlink" Target="http://www.twitter.com/capgemini" TargetMode="External"/><Relationship Id="rId5" Type="http://schemas.openxmlformats.org/officeDocument/2006/relationships/slideMaster" Target="../slideMasters/slideMaster1.xml"/><Relationship Id="rId15" Type="http://schemas.openxmlformats.org/officeDocument/2006/relationships/hyperlink" Target="http://www.facebook.com/capgemini" TargetMode="External"/><Relationship Id="rId10" Type="http://schemas.openxmlformats.org/officeDocument/2006/relationships/image" Target="../media/image5.png"/><Relationship Id="rId4" Type="http://schemas.openxmlformats.org/officeDocument/2006/relationships/tags" Target="../tags/tag11.xml"/><Relationship Id="rId9" Type="http://schemas.openxmlformats.org/officeDocument/2006/relationships/hyperlink" Target="http://www.slideshare.net/capgemini" TargetMode="External"/><Relationship Id="rId14" Type="http://schemas.openxmlformats.org/officeDocument/2006/relationships/image" Target="../media/image7.png"/></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8" Type="http://schemas.openxmlformats.org/officeDocument/2006/relationships/image" Target="../media/image10.emf"/><Relationship Id="rId3" Type="http://schemas.openxmlformats.org/officeDocument/2006/relationships/tags" Target="../tags/tag14.xml"/><Relationship Id="rId7" Type="http://schemas.openxmlformats.org/officeDocument/2006/relationships/oleObject" Target="../embeddings/oleObject3.bin"/><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slideMaster" Target="../slideMasters/slideMaster1.xml"/><Relationship Id="rId5" Type="http://schemas.openxmlformats.org/officeDocument/2006/relationships/tags" Target="../tags/tag16.xml"/><Relationship Id="rId4" Type="http://schemas.openxmlformats.org/officeDocument/2006/relationships/tags" Target="../tags/tag15.xml"/></Relationships>
</file>

<file path=ppt/slideLayouts/_rels/slideLayout25.xml.rels><?xml version="1.0" encoding="UTF-8" standalone="yes"?>
<Relationships xmlns="http://schemas.openxmlformats.org/package/2006/relationships"><Relationship Id="rId8" Type="http://schemas.openxmlformats.org/officeDocument/2006/relationships/image" Target="../media/image10.emf"/><Relationship Id="rId3" Type="http://schemas.openxmlformats.org/officeDocument/2006/relationships/tags" Target="../tags/tag19.xml"/><Relationship Id="rId7" Type="http://schemas.openxmlformats.org/officeDocument/2006/relationships/oleObject" Target="../embeddings/oleObject3.bin"/><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slideMaster" Target="../slideMasters/slideMaster1.xml"/><Relationship Id="rId5" Type="http://schemas.openxmlformats.org/officeDocument/2006/relationships/tags" Target="../tags/tag21.xml"/><Relationship Id="rId4" Type="http://schemas.openxmlformats.org/officeDocument/2006/relationships/tags" Target="../tags/tag20.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chemeClr val="accent4"/>
        </a:solidFill>
        <a:effectLst/>
      </p:bgPr>
    </p:bg>
    <p:spTree>
      <p:nvGrpSpPr>
        <p:cNvPr id="1" name=""/>
        <p:cNvGrpSpPr/>
        <p:nvPr/>
      </p:nvGrpSpPr>
      <p:grpSpPr>
        <a:xfrm>
          <a:off x="0" y="0"/>
          <a:ext cx="0" cy="0"/>
          <a:chOff x="0" y="0"/>
          <a:chExt cx="0" cy="0"/>
        </a:xfrm>
      </p:grpSpPr>
      <p:sp>
        <p:nvSpPr>
          <p:cNvPr id="15" name="Graphic 13">
            <a:extLst>
              <a:ext uri="{FF2B5EF4-FFF2-40B4-BE49-F238E27FC236}">
                <a16:creationId xmlns:a16="http://schemas.microsoft.com/office/drawing/2014/main" id="{5D1B5F70-39A3-4E01-8EEB-A624F6527260}"/>
              </a:ext>
            </a:extLst>
          </p:cNvPr>
          <p:cNvSpPr>
            <a:spLocks noChangeAspect="1"/>
          </p:cNvSpPr>
          <p:nvPr/>
        </p:nvSpPr>
        <p:spPr>
          <a:xfrm>
            <a:off x="263352" y="908720"/>
            <a:ext cx="10199251" cy="6192688"/>
          </a:xfrm>
          <a:custGeom>
            <a:avLst/>
            <a:gdLst>
              <a:gd name="connsiteX0" fmla="*/ 36195 w 8117205"/>
              <a:gd name="connsiteY0" fmla="*/ 4710199 h 4710198"/>
              <a:gd name="connsiteX1" fmla="*/ 0 w 8117205"/>
              <a:gd name="connsiteY1" fmla="*/ 4697817 h 4710198"/>
              <a:gd name="connsiteX2" fmla="*/ 538163 w 8117205"/>
              <a:gd name="connsiteY2" fmla="*/ 3739602 h 4710198"/>
              <a:gd name="connsiteX3" fmla="*/ 1340168 w 8117205"/>
              <a:gd name="connsiteY3" fmla="*/ 2915689 h 4710198"/>
              <a:gd name="connsiteX4" fmla="*/ 2613660 w 8117205"/>
              <a:gd name="connsiteY4" fmla="*/ 2190837 h 4710198"/>
              <a:gd name="connsiteX5" fmla="*/ 2621280 w 8117205"/>
              <a:gd name="connsiteY5" fmla="*/ 2187979 h 4710198"/>
              <a:gd name="connsiteX6" fmla="*/ 2628900 w 8117205"/>
              <a:gd name="connsiteY6" fmla="*/ 2191789 h 4710198"/>
              <a:gd name="connsiteX7" fmla="*/ 4513898 w 8117205"/>
              <a:gd name="connsiteY7" fmla="*/ 2830917 h 4710198"/>
              <a:gd name="connsiteX8" fmla="*/ 5841683 w 8117205"/>
              <a:gd name="connsiteY8" fmla="*/ 2599459 h 4710198"/>
              <a:gd name="connsiteX9" fmla="*/ 6102668 w 8117205"/>
              <a:gd name="connsiteY9" fmla="*/ 1288819 h 4710198"/>
              <a:gd name="connsiteX10" fmla="*/ 6256020 w 8117205"/>
              <a:gd name="connsiteY10" fmla="*/ 204874 h 4710198"/>
              <a:gd name="connsiteX11" fmla="*/ 7391400 w 8117205"/>
              <a:gd name="connsiteY11" fmla="*/ 43901 h 4710198"/>
              <a:gd name="connsiteX12" fmla="*/ 8117205 w 8117205"/>
              <a:gd name="connsiteY12" fmla="*/ 242021 h 4710198"/>
              <a:gd name="connsiteX13" fmla="*/ 8102918 w 8117205"/>
              <a:gd name="connsiteY13" fmla="*/ 277264 h 4710198"/>
              <a:gd name="connsiteX14" fmla="*/ 7384733 w 8117205"/>
              <a:gd name="connsiteY14" fmla="*/ 82001 h 4710198"/>
              <a:gd name="connsiteX15" fmla="*/ 6281738 w 8117205"/>
              <a:gd name="connsiteY15" fmla="*/ 233449 h 4710198"/>
              <a:gd name="connsiteX16" fmla="*/ 6139815 w 8117205"/>
              <a:gd name="connsiteY16" fmla="*/ 1279294 h 4710198"/>
              <a:gd name="connsiteX17" fmla="*/ 6187440 w 8117205"/>
              <a:gd name="connsiteY17" fmla="*/ 2101302 h 4710198"/>
              <a:gd name="connsiteX18" fmla="*/ 5866448 w 8117205"/>
              <a:gd name="connsiteY18" fmla="*/ 2629939 h 4710198"/>
              <a:gd name="connsiteX19" fmla="*/ 4510088 w 8117205"/>
              <a:gd name="connsiteY19" fmla="*/ 2869969 h 4710198"/>
              <a:gd name="connsiteX20" fmla="*/ 2620328 w 8117205"/>
              <a:gd name="connsiteY20" fmla="*/ 2230842 h 4710198"/>
              <a:gd name="connsiteX21" fmla="*/ 568643 w 8117205"/>
              <a:gd name="connsiteY21" fmla="*/ 3763414 h 4710198"/>
              <a:gd name="connsiteX22" fmla="*/ 36195 w 8117205"/>
              <a:gd name="connsiteY22" fmla="*/ 4710199 h 4710198"/>
              <a:gd name="connsiteX0" fmla="*/ 36195 w 8117205"/>
              <a:gd name="connsiteY0" fmla="*/ 4710199 h 4710199"/>
              <a:gd name="connsiteX1" fmla="*/ 0 w 8117205"/>
              <a:gd name="connsiteY1" fmla="*/ 4697817 h 4710199"/>
              <a:gd name="connsiteX2" fmla="*/ 538163 w 8117205"/>
              <a:gd name="connsiteY2" fmla="*/ 3739602 h 4710199"/>
              <a:gd name="connsiteX3" fmla="*/ 1340168 w 8117205"/>
              <a:gd name="connsiteY3" fmla="*/ 2915689 h 4710199"/>
              <a:gd name="connsiteX4" fmla="*/ 2613660 w 8117205"/>
              <a:gd name="connsiteY4" fmla="*/ 2190837 h 4710199"/>
              <a:gd name="connsiteX5" fmla="*/ 2621280 w 8117205"/>
              <a:gd name="connsiteY5" fmla="*/ 2187979 h 4710199"/>
              <a:gd name="connsiteX6" fmla="*/ 2628900 w 8117205"/>
              <a:gd name="connsiteY6" fmla="*/ 2191789 h 4710199"/>
              <a:gd name="connsiteX7" fmla="*/ 4513898 w 8117205"/>
              <a:gd name="connsiteY7" fmla="*/ 2830917 h 4710199"/>
              <a:gd name="connsiteX8" fmla="*/ 5841683 w 8117205"/>
              <a:gd name="connsiteY8" fmla="*/ 2599459 h 4710199"/>
              <a:gd name="connsiteX9" fmla="*/ 6102668 w 8117205"/>
              <a:gd name="connsiteY9" fmla="*/ 1288819 h 4710199"/>
              <a:gd name="connsiteX10" fmla="*/ 6256020 w 8117205"/>
              <a:gd name="connsiteY10" fmla="*/ 204874 h 4710199"/>
              <a:gd name="connsiteX11" fmla="*/ 7391400 w 8117205"/>
              <a:gd name="connsiteY11" fmla="*/ 43901 h 4710199"/>
              <a:gd name="connsiteX12" fmla="*/ 8117205 w 8117205"/>
              <a:gd name="connsiteY12" fmla="*/ 242021 h 4710199"/>
              <a:gd name="connsiteX13" fmla="*/ 7384733 w 8117205"/>
              <a:gd name="connsiteY13" fmla="*/ 82001 h 4710199"/>
              <a:gd name="connsiteX14" fmla="*/ 6281738 w 8117205"/>
              <a:gd name="connsiteY14" fmla="*/ 233449 h 4710199"/>
              <a:gd name="connsiteX15" fmla="*/ 6139815 w 8117205"/>
              <a:gd name="connsiteY15" fmla="*/ 1279294 h 4710199"/>
              <a:gd name="connsiteX16" fmla="*/ 6187440 w 8117205"/>
              <a:gd name="connsiteY16" fmla="*/ 2101302 h 4710199"/>
              <a:gd name="connsiteX17" fmla="*/ 5866448 w 8117205"/>
              <a:gd name="connsiteY17" fmla="*/ 2629939 h 4710199"/>
              <a:gd name="connsiteX18" fmla="*/ 4510088 w 8117205"/>
              <a:gd name="connsiteY18" fmla="*/ 2869969 h 4710199"/>
              <a:gd name="connsiteX19" fmla="*/ 2620328 w 8117205"/>
              <a:gd name="connsiteY19" fmla="*/ 2230842 h 4710199"/>
              <a:gd name="connsiteX20" fmla="*/ 568643 w 8117205"/>
              <a:gd name="connsiteY20" fmla="*/ 3763414 h 4710199"/>
              <a:gd name="connsiteX21" fmla="*/ 36195 w 8117205"/>
              <a:gd name="connsiteY21" fmla="*/ 4710199 h 4710199"/>
              <a:gd name="connsiteX0" fmla="*/ 36195 w 7528033"/>
              <a:gd name="connsiteY0" fmla="*/ 4673434 h 4673434"/>
              <a:gd name="connsiteX1" fmla="*/ 0 w 7528033"/>
              <a:gd name="connsiteY1" fmla="*/ 4661052 h 4673434"/>
              <a:gd name="connsiteX2" fmla="*/ 538163 w 7528033"/>
              <a:gd name="connsiteY2" fmla="*/ 3702837 h 4673434"/>
              <a:gd name="connsiteX3" fmla="*/ 1340168 w 7528033"/>
              <a:gd name="connsiteY3" fmla="*/ 2878924 h 4673434"/>
              <a:gd name="connsiteX4" fmla="*/ 2613660 w 7528033"/>
              <a:gd name="connsiteY4" fmla="*/ 2154072 h 4673434"/>
              <a:gd name="connsiteX5" fmla="*/ 2621280 w 7528033"/>
              <a:gd name="connsiteY5" fmla="*/ 2151214 h 4673434"/>
              <a:gd name="connsiteX6" fmla="*/ 2628900 w 7528033"/>
              <a:gd name="connsiteY6" fmla="*/ 2155024 h 4673434"/>
              <a:gd name="connsiteX7" fmla="*/ 4513898 w 7528033"/>
              <a:gd name="connsiteY7" fmla="*/ 2794152 h 4673434"/>
              <a:gd name="connsiteX8" fmla="*/ 5841683 w 7528033"/>
              <a:gd name="connsiteY8" fmla="*/ 2562694 h 4673434"/>
              <a:gd name="connsiteX9" fmla="*/ 6102668 w 7528033"/>
              <a:gd name="connsiteY9" fmla="*/ 1252054 h 4673434"/>
              <a:gd name="connsiteX10" fmla="*/ 6256020 w 7528033"/>
              <a:gd name="connsiteY10" fmla="*/ 168109 h 4673434"/>
              <a:gd name="connsiteX11" fmla="*/ 7391400 w 7528033"/>
              <a:gd name="connsiteY11" fmla="*/ 7136 h 4673434"/>
              <a:gd name="connsiteX12" fmla="*/ 7384733 w 7528033"/>
              <a:gd name="connsiteY12" fmla="*/ 45236 h 4673434"/>
              <a:gd name="connsiteX13" fmla="*/ 6281738 w 7528033"/>
              <a:gd name="connsiteY13" fmla="*/ 196684 h 4673434"/>
              <a:gd name="connsiteX14" fmla="*/ 6139815 w 7528033"/>
              <a:gd name="connsiteY14" fmla="*/ 1242529 h 4673434"/>
              <a:gd name="connsiteX15" fmla="*/ 6187440 w 7528033"/>
              <a:gd name="connsiteY15" fmla="*/ 2064537 h 4673434"/>
              <a:gd name="connsiteX16" fmla="*/ 5866448 w 7528033"/>
              <a:gd name="connsiteY16" fmla="*/ 2593174 h 4673434"/>
              <a:gd name="connsiteX17" fmla="*/ 4510088 w 7528033"/>
              <a:gd name="connsiteY17" fmla="*/ 2833204 h 4673434"/>
              <a:gd name="connsiteX18" fmla="*/ 2620328 w 7528033"/>
              <a:gd name="connsiteY18" fmla="*/ 2194077 h 4673434"/>
              <a:gd name="connsiteX19" fmla="*/ 568643 w 7528033"/>
              <a:gd name="connsiteY19" fmla="*/ 3726649 h 4673434"/>
              <a:gd name="connsiteX20" fmla="*/ 36195 w 7528033"/>
              <a:gd name="connsiteY20" fmla="*/ 4673434 h 46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8033" h="4673434">
                <a:moveTo>
                  <a:pt x="36195" y="4673434"/>
                </a:moveTo>
                <a:lnTo>
                  <a:pt x="0" y="4661052"/>
                </a:lnTo>
                <a:cubicBezTo>
                  <a:pt x="953" y="4656289"/>
                  <a:pt x="145733" y="4224807"/>
                  <a:pt x="538163" y="3702837"/>
                </a:cubicBezTo>
                <a:cubicBezTo>
                  <a:pt x="768668" y="3396132"/>
                  <a:pt x="1038225" y="3118954"/>
                  <a:pt x="1340168" y="2878924"/>
                </a:cubicBezTo>
                <a:cubicBezTo>
                  <a:pt x="1717358" y="2577934"/>
                  <a:pt x="2145983" y="2334094"/>
                  <a:pt x="2613660" y="2154072"/>
                </a:cubicBezTo>
                <a:lnTo>
                  <a:pt x="2621280" y="2151214"/>
                </a:lnTo>
                <a:lnTo>
                  <a:pt x="2628900" y="2155024"/>
                </a:lnTo>
                <a:cubicBezTo>
                  <a:pt x="3289935" y="2497924"/>
                  <a:pt x="3941445" y="2718904"/>
                  <a:pt x="4513898" y="2794152"/>
                </a:cubicBezTo>
                <a:cubicBezTo>
                  <a:pt x="5095875" y="2871304"/>
                  <a:pt x="5554980" y="2790341"/>
                  <a:pt x="5841683" y="2562694"/>
                </a:cubicBezTo>
                <a:cubicBezTo>
                  <a:pt x="6168390" y="2302662"/>
                  <a:pt x="6257925" y="1849271"/>
                  <a:pt x="6102668" y="1252054"/>
                </a:cubicBezTo>
                <a:cubicBezTo>
                  <a:pt x="5969318" y="741514"/>
                  <a:pt x="6020753" y="376706"/>
                  <a:pt x="6256020" y="168109"/>
                </a:cubicBezTo>
                <a:cubicBezTo>
                  <a:pt x="6480810" y="-31916"/>
                  <a:pt x="7203281" y="27615"/>
                  <a:pt x="7391400" y="7136"/>
                </a:cubicBezTo>
                <a:cubicBezTo>
                  <a:pt x="7579519" y="-13343"/>
                  <a:pt x="7569677" y="13645"/>
                  <a:pt x="7384733" y="45236"/>
                </a:cubicBezTo>
                <a:cubicBezTo>
                  <a:pt x="7199789" y="76827"/>
                  <a:pt x="6550343" y="-41441"/>
                  <a:pt x="6281738" y="196684"/>
                </a:cubicBezTo>
                <a:cubicBezTo>
                  <a:pt x="6058853" y="394804"/>
                  <a:pt x="6011228" y="747229"/>
                  <a:pt x="6139815" y="1242529"/>
                </a:cubicBezTo>
                <a:cubicBezTo>
                  <a:pt x="6221730" y="1557806"/>
                  <a:pt x="6237923" y="1834031"/>
                  <a:pt x="6187440" y="2064537"/>
                </a:cubicBezTo>
                <a:cubicBezTo>
                  <a:pt x="6138863" y="2283612"/>
                  <a:pt x="6031230" y="2460777"/>
                  <a:pt x="5866448" y="2593174"/>
                </a:cubicBezTo>
                <a:cubicBezTo>
                  <a:pt x="5572125" y="2828441"/>
                  <a:pt x="5102543" y="2911309"/>
                  <a:pt x="4510088" y="2833204"/>
                </a:cubicBezTo>
                <a:cubicBezTo>
                  <a:pt x="3935730" y="2757004"/>
                  <a:pt x="3282315" y="2536024"/>
                  <a:pt x="2620328" y="2194077"/>
                </a:cubicBezTo>
                <a:cubicBezTo>
                  <a:pt x="1574483" y="2598889"/>
                  <a:pt x="927735" y="3251352"/>
                  <a:pt x="568643" y="3726649"/>
                </a:cubicBezTo>
                <a:cubicBezTo>
                  <a:pt x="180023" y="4242904"/>
                  <a:pt x="37148" y="4668672"/>
                  <a:pt x="36195" y="4673434"/>
                </a:cubicBezTo>
                <a:close/>
              </a:path>
            </a:pathLst>
          </a:custGeom>
          <a:gradFill>
            <a:gsLst>
              <a:gs pos="99000">
                <a:schemeClr val="accent2">
                  <a:alpha val="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rtlCol="0" anchor="ctr"/>
          <a:lstStyle/>
          <a:p>
            <a:endParaRPr lang="de-DE"/>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242574"/>
            <a:ext cx="11379200" cy="307777"/>
          </a:xfrm>
        </p:spPr>
        <p:txBody>
          <a:bodyPr wrap="square" lIns="36000" tIns="0" rIns="36000">
            <a:sp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339007"/>
            <a:ext cx="11386134"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a:p>
        </p:txBody>
      </p:sp>
      <p:pic>
        <p:nvPicPr>
          <p:cNvPr id="11" name="Image 10">
            <a:extLst>
              <a:ext uri="{FF2B5EF4-FFF2-40B4-BE49-F238E27FC236}">
                <a16:creationId xmlns:a16="http://schemas.microsoft.com/office/drawing/2014/main" id="{A8AE6BC1-D482-4FEE-B93D-34AEB21E6783}"/>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6972000" y="187155"/>
            <a:ext cx="5220000" cy="1285708"/>
          </a:xfrm>
          <a:prstGeom prst="rect">
            <a:avLst/>
          </a:prstGeom>
        </p:spPr>
      </p:pic>
    </p:spTree>
    <p:extLst>
      <p:ext uri="{BB962C8B-B14F-4D97-AF65-F5344CB8AC3E}">
        <p14:creationId xmlns:p14="http://schemas.microsoft.com/office/powerpoint/2010/main" val="2402411546"/>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edit Master title style</a:t>
            </a:r>
            <a:endParaRPr lang="en-GB"/>
          </a:p>
        </p:txBody>
      </p:sp>
      <p:pic>
        <p:nvPicPr>
          <p:cNvPr id="9" name="Image 8">
            <a:extLst>
              <a:ext uri="{FF2B5EF4-FFF2-40B4-BE49-F238E27FC236}">
                <a16:creationId xmlns:a16="http://schemas.microsoft.com/office/drawing/2014/main" id="{501B836C-608B-4CFC-BA8A-FAE25C58580B}"/>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84996" y="94849"/>
            <a:ext cx="5040000" cy="1241373"/>
          </a:xfrm>
          <a:prstGeom prst="rect">
            <a:avLst/>
          </a:prstGeom>
        </p:spPr>
      </p:pic>
    </p:spTree>
    <p:extLst>
      <p:ext uri="{BB962C8B-B14F-4D97-AF65-F5344CB8AC3E}">
        <p14:creationId xmlns:p14="http://schemas.microsoft.com/office/powerpoint/2010/main" val="1990185582"/>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847127"/>
            <a:ext cx="11386134" cy="1661993"/>
          </a:xfrm>
        </p:spPr>
        <p:txBody>
          <a:bodyPr wrap="square" lIns="36000" rIns="36000" bIns="0" anchor="b" anchorCtr="0">
            <a:spAutoFit/>
          </a:bodyPr>
          <a:lstStyle>
            <a:lvl1pPr algn="l">
              <a:lnSpc>
                <a:spcPct val="90000"/>
              </a:lnSpc>
              <a:defRPr sz="6000" b="1" baseline="0">
                <a:solidFill>
                  <a:schemeClr val="bg1"/>
                </a:solidFill>
                <a:latin typeface="Ubuntu" panose="020B0504030602030204" pitchFamily="34" charset="0"/>
              </a:defRPr>
            </a:lvl1pPr>
          </a:lstStyle>
          <a:p>
            <a:r>
              <a:rPr lang="en-US"/>
              <a:t>Click to edit Master title style</a:t>
            </a:r>
            <a:endParaRPr lang="en-GB"/>
          </a:p>
        </p:txBody>
      </p:sp>
      <p:pic>
        <p:nvPicPr>
          <p:cNvPr id="5" name="Image 4">
            <a:extLst>
              <a:ext uri="{FF2B5EF4-FFF2-40B4-BE49-F238E27FC236}">
                <a16:creationId xmlns:a16="http://schemas.microsoft.com/office/drawing/2014/main" id="{B20902B5-3596-438E-9BA1-2E01D91CB4D0}"/>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6972000" y="187155"/>
            <a:ext cx="5220000" cy="1285708"/>
          </a:xfrm>
          <a:prstGeom prst="rect">
            <a:avLst/>
          </a:prstGeom>
        </p:spPr>
      </p:pic>
    </p:spTree>
    <p:extLst>
      <p:ext uri="{BB962C8B-B14F-4D97-AF65-F5344CB8AC3E}">
        <p14:creationId xmlns:p14="http://schemas.microsoft.com/office/powerpoint/2010/main" val="1374317356"/>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5508180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243589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0420316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5376539" y="1327150"/>
            <a:ext cx="6408093"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3" name="Rectangle 2">
            <a:extLst>
              <a:ext uri="{FF2B5EF4-FFF2-40B4-BE49-F238E27FC236}">
                <a16:creationId xmlns:a16="http://schemas.microsoft.com/office/drawing/2014/main" id="{B6C42A57-5D49-4DA4-8BCF-D0ECCA384587}"/>
              </a:ext>
            </a:extLst>
          </p:cNvPr>
          <p:cNvSpPr/>
          <p:nvPr userDrawn="1"/>
        </p:nvSpPr>
        <p:spPr>
          <a:xfrm>
            <a:off x="0" y="0"/>
            <a:ext cx="5159896" cy="6858000"/>
          </a:xfrm>
          <a:prstGeom prst="rect">
            <a:avLst/>
          </a:prstGeom>
          <a:solidFill>
            <a:srgbClr val="2729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a:xfrm>
            <a:off x="5376539" y="388188"/>
            <a:ext cx="6165138" cy="716711"/>
          </a:xfrm>
        </p:spPr>
        <p:txBody>
          <a:bodyPr/>
          <a:lstStyle/>
          <a:p>
            <a:r>
              <a:rPr lang="en-US"/>
              <a:t>Click to edit Master title style</a:t>
            </a:r>
            <a:endParaRPr lang="de-DE"/>
          </a:p>
        </p:txBody>
      </p:sp>
      <p:sp>
        <p:nvSpPr>
          <p:cNvPr id="6" name="Rectangle 27">
            <a:extLst>
              <a:ext uri="{FF2B5EF4-FFF2-40B4-BE49-F238E27FC236}">
                <a16:creationId xmlns:a16="http://schemas.microsoft.com/office/drawing/2014/main" id="{FEE8B12A-117B-4F5D-9C7C-7BCCD63877E5}"/>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rgbClr val="A6A6A6"/>
                </a:solidFill>
                <a:latin typeface="Ubuntu" panose="020B0504030602030204" pitchFamily="34" charset="0"/>
                <a:cs typeface="Arial" panose="020B0604020202020204" pitchFamily="34" charset="0"/>
              </a:rPr>
              <a:t>Presentation Title  |  Author  |  Date</a:t>
            </a:r>
          </a:p>
        </p:txBody>
      </p:sp>
    </p:spTree>
    <p:extLst>
      <p:ext uri="{BB962C8B-B14F-4D97-AF65-F5344CB8AC3E}">
        <p14:creationId xmlns:p14="http://schemas.microsoft.com/office/powerpoint/2010/main" val="9668156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Title and subtitl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6C42A57-5D49-4DA4-8BCF-D0ECCA384587}"/>
              </a:ext>
            </a:extLst>
          </p:cNvPr>
          <p:cNvSpPr/>
          <p:nvPr userDrawn="1"/>
        </p:nvSpPr>
        <p:spPr>
          <a:xfrm>
            <a:off x="0" y="0"/>
            <a:ext cx="5159896" cy="6858000"/>
          </a:xfrm>
          <a:prstGeom prst="rect">
            <a:avLst/>
          </a:prstGeom>
          <a:solidFill>
            <a:srgbClr val="2729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6" name="Rectangle 27">
            <a:extLst>
              <a:ext uri="{FF2B5EF4-FFF2-40B4-BE49-F238E27FC236}">
                <a16:creationId xmlns:a16="http://schemas.microsoft.com/office/drawing/2014/main" id="{FEE8B12A-117B-4F5D-9C7C-7BCCD63877E5}"/>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rgbClr val="A6A6A6"/>
                </a:solidFill>
                <a:latin typeface="Ubuntu" panose="020B0504030602030204" pitchFamily="34" charset="0"/>
                <a:cs typeface="Arial" panose="020B0604020202020204" pitchFamily="34" charset="0"/>
              </a:rPr>
              <a:t>Presentation Title  |  Author  |  Date</a:t>
            </a:r>
          </a:p>
        </p:txBody>
      </p:sp>
      <p:sp>
        <p:nvSpPr>
          <p:cNvPr id="4" name="2. Slide Title">
            <a:extLst>
              <a:ext uri="{FF2B5EF4-FFF2-40B4-BE49-F238E27FC236}">
                <a16:creationId xmlns:a16="http://schemas.microsoft.com/office/drawing/2014/main" id="{5378EC76-83E6-F508-B112-9E918F10EDF5}"/>
              </a:ext>
            </a:extLst>
          </p:cNvPr>
          <p:cNvSpPr>
            <a:spLocks noGrp="1"/>
          </p:cNvSpPr>
          <p:nvPr>
            <p:ph type="title"/>
            <p:custDataLst>
              <p:tags r:id="rId1"/>
            </p:custDataLst>
          </p:nvPr>
        </p:nvSpPr>
        <p:spPr>
          <a:xfrm>
            <a:off x="335360" y="180679"/>
            <a:ext cx="4680520" cy="387798"/>
          </a:xfrm>
        </p:spPr>
        <p:txBody>
          <a:bodyPr vert="horz" wrap="square" lIns="0" tIns="0" rIns="0" bIns="0" rtlCol="0" anchor="t" anchorCtr="0">
            <a:spAutoFit/>
          </a:bodyPr>
          <a:lstStyle>
            <a:lvl1pPr>
              <a:defRPr lang="en-US" sz="2800" dirty="0">
                <a:solidFill>
                  <a:schemeClr val="bg1"/>
                </a:solidFill>
              </a:defRPr>
            </a:lvl1pPr>
          </a:lstStyle>
          <a:p>
            <a:pPr lvl="0"/>
            <a:r>
              <a:rPr lang="en-US" noProof="0"/>
              <a:t>Click to edit Master</a:t>
            </a:r>
          </a:p>
        </p:txBody>
      </p:sp>
      <p:sp>
        <p:nvSpPr>
          <p:cNvPr id="7" name="3. Subtitle">
            <a:extLst>
              <a:ext uri="{FF2B5EF4-FFF2-40B4-BE49-F238E27FC236}">
                <a16:creationId xmlns:a16="http://schemas.microsoft.com/office/drawing/2014/main" id="{17C88FB9-876E-BE97-F659-200197685DF2}"/>
              </a:ext>
            </a:extLst>
          </p:cNvPr>
          <p:cNvSpPr>
            <a:spLocks noGrp="1"/>
          </p:cNvSpPr>
          <p:nvPr>
            <p:ph type="subTitle" idx="1" hasCustomPrompt="1"/>
            <p:custDataLst>
              <p:tags r:id="rId2"/>
            </p:custDataLst>
          </p:nvPr>
        </p:nvSpPr>
        <p:spPr>
          <a:xfrm>
            <a:off x="335360" y="644903"/>
            <a:ext cx="4680520" cy="276999"/>
          </a:xfrm>
          <a:prstGeom prst="rect">
            <a:avLst/>
          </a:prstGeom>
        </p:spPr>
        <p:txBody>
          <a:bodyPr vert="horz" wrap="square" lIns="0" tIns="0" rIns="0" bIns="0" rtlCol="0">
            <a:spAutoFit/>
          </a:bodyPr>
          <a:lstStyle>
            <a:lvl1pPr>
              <a:defRPr lang="en-US" sz="1800" b="0" dirty="0">
                <a:solidFill>
                  <a:schemeClr val="accent2"/>
                </a:solidFill>
              </a:defRPr>
            </a:lvl1pPr>
          </a:lstStyle>
          <a:p>
            <a:pPr lvl="0">
              <a:buNone/>
            </a:pPr>
            <a:r>
              <a:rPr lang="en-US" noProof="0"/>
              <a:t>Click to edit the subtitle</a:t>
            </a:r>
          </a:p>
        </p:txBody>
      </p:sp>
    </p:spTree>
    <p:extLst>
      <p:ext uri="{BB962C8B-B14F-4D97-AF65-F5344CB8AC3E}">
        <p14:creationId xmlns:p14="http://schemas.microsoft.com/office/powerpoint/2010/main" val="24333239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8700505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5410785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ontent 3 column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2EA657"/>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2EA657"/>
              </a:buClr>
              <a:defRPr sz="1400"/>
            </a:lvl2pPr>
            <a:lvl3pPr>
              <a:lnSpc>
                <a:spcPct val="100000"/>
              </a:lnSpc>
              <a:spcBef>
                <a:spcPts val="0"/>
              </a:spcBef>
              <a:buClr>
                <a:srgbClr val="2EA657"/>
              </a:buClr>
              <a:defRPr sz="1400"/>
            </a:lvl3pPr>
            <a:lvl4pPr>
              <a:lnSpc>
                <a:spcPct val="100000"/>
              </a:lnSpc>
              <a:spcBef>
                <a:spcPts val="0"/>
              </a:spcBef>
              <a:buClr>
                <a:srgbClr val="2EA657"/>
              </a:buClr>
              <a:defRPr sz="1400"/>
            </a:lvl4pPr>
            <a:lvl5pPr>
              <a:lnSpc>
                <a:spcPct val="100000"/>
              </a:lnSpc>
              <a:spcBef>
                <a:spcPts val="0"/>
              </a:spcBef>
              <a:buClr>
                <a:srgbClr val="2EA657"/>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348109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0575358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35766568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 light Grey">
    <p:bg>
      <p:bgPr>
        <a:solidFill>
          <a:schemeClr val="bg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447800"/>
            <a:ext cx="11406188" cy="4951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42192420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ection Break dark">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3310471827"/>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urple">
    <p:bg>
      <p:bgPr>
        <a:solidFill>
          <a:srgbClr val="2B0A3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50897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Full picture white Pik">
    <p:bg>
      <p:bgPr>
        <a:solidFill>
          <a:schemeClr val="bg2"/>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Lst>
          </p:cNvPr>
          <p:cNvSpPr>
            <a:spLocks noGrp="1"/>
          </p:cNvSpPr>
          <p:nvPr>
            <p:ph type="pic" sz="quarter" idx="13" hasCustomPrompt="1"/>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grpSp>
        <p:nvGrpSpPr>
          <p:cNvPr id="5" name="Group 37">
            <a:extLst>
              <a:ext uri="{FF2B5EF4-FFF2-40B4-BE49-F238E27FC236}">
                <a16:creationId xmlns:a16="http://schemas.microsoft.com/office/drawing/2014/main" id="{175605CD-31A1-4F5E-8CC8-FA82332DB3A0}"/>
              </a:ext>
            </a:extLst>
          </p:cNvPr>
          <p:cNvGrpSpPr/>
          <p:nvPr userDrawn="1"/>
        </p:nvGrpSpPr>
        <p:grpSpPr>
          <a:xfrm>
            <a:off x="11562864" y="207688"/>
            <a:ext cx="418487" cy="387209"/>
            <a:chOff x="5481638" y="2859088"/>
            <a:chExt cx="1231900" cy="1139825"/>
          </a:xfrm>
          <a:solidFill>
            <a:schemeClr val="bg1"/>
          </a:solidFill>
        </p:grpSpPr>
        <p:sp>
          <p:nvSpPr>
            <p:cNvPr id="6" name="Freeform 320">
              <a:extLst>
                <a:ext uri="{FF2B5EF4-FFF2-40B4-BE49-F238E27FC236}">
                  <a16:creationId xmlns:a16="http://schemas.microsoft.com/office/drawing/2014/main" id="{AE5DD593-FDBD-4A70-83DE-64E2F0ED00BB}"/>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321">
              <a:extLst>
                <a:ext uri="{FF2B5EF4-FFF2-40B4-BE49-F238E27FC236}">
                  <a16:creationId xmlns:a16="http://schemas.microsoft.com/office/drawing/2014/main" id="{5E1F1E46-28BC-4B11-9A4D-30E587571815}"/>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57352646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Full picture blue Pik">
    <p:bg>
      <p:bgPr>
        <a:solidFill>
          <a:schemeClr val="bg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B335D29-1EFC-4491-AD11-74BC952F53E5}"/>
              </a:ext>
            </a:extLst>
          </p:cNvPr>
          <p:cNvSpPr>
            <a:spLocks noGrp="1"/>
          </p:cNvSpPr>
          <p:nvPr>
            <p:ph type="pic" sz="quarter" idx="13" hasCustomPrompt="1"/>
          </p:nvPr>
        </p:nvSpPr>
        <p:spPr>
          <a:xfrm>
            <a:off x="0" y="0"/>
            <a:ext cx="12192000" cy="6858000"/>
          </a:xfrm>
          <a:custGeom>
            <a:avLst/>
            <a:gdLst>
              <a:gd name="connsiteX0" fmla="*/ 11785528 w 12192000"/>
              <a:gd name="connsiteY0" fmla="*/ 202927 h 6858000"/>
              <a:gd name="connsiteX1" fmla="*/ 11561144 w 12192000"/>
              <a:gd name="connsiteY1" fmla="*/ 434840 h 6858000"/>
              <a:gd name="connsiteX2" fmla="*/ 11638872 w 12192000"/>
              <a:gd name="connsiteY2" fmla="*/ 549328 h 6858000"/>
              <a:gd name="connsiteX3" fmla="*/ 11718066 w 12192000"/>
              <a:gd name="connsiteY3" fmla="*/ 550796 h 6858000"/>
              <a:gd name="connsiteX4" fmla="*/ 11750147 w 12192000"/>
              <a:gd name="connsiteY4" fmla="*/ 534834 h 6858000"/>
              <a:gd name="connsiteX5" fmla="*/ 11776529 w 12192000"/>
              <a:gd name="connsiteY5" fmla="*/ 511343 h 6858000"/>
              <a:gd name="connsiteX6" fmla="*/ 11769485 w 12192000"/>
              <a:gd name="connsiteY6" fmla="*/ 534267 h 6858000"/>
              <a:gd name="connsiteX7" fmla="*/ 11704684 w 12192000"/>
              <a:gd name="connsiteY7" fmla="*/ 577228 h 6858000"/>
              <a:gd name="connsiteX8" fmla="*/ 11758983 w 12192000"/>
              <a:gd name="connsiteY8" fmla="*/ 591915 h 6858000"/>
              <a:gd name="connsiteX9" fmla="*/ 11888125 w 12192000"/>
              <a:gd name="connsiteY9" fmla="*/ 549322 h 6858000"/>
              <a:gd name="connsiteX10" fmla="*/ 11823554 w 12192000"/>
              <a:gd name="connsiteY10" fmla="*/ 492041 h 6858000"/>
              <a:gd name="connsiteX11" fmla="*/ 11888125 w 12192000"/>
              <a:gd name="connsiteY11" fmla="*/ 522885 h 6858000"/>
              <a:gd name="connsiteX12" fmla="*/ 11973357 w 12192000"/>
              <a:gd name="connsiteY12" fmla="*/ 465260 h 6858000"/>
              <a:gd name="connsiteX13" fmla="*/ 11980572 w 12192000"/>
              <a:gd name="connsiteY13" fmla="*/ 428927 h 6858000"/>
              <a:gd name="connsiteX14" fmla="*/ 11980580 w 12192000"/>
              <a:gd name="connsiteY14" fmla="*/ 428969 h 6858000"/>
              <a:gd name="connsiteX15" fmla="*/ 11980580 w 12192000"/>
              <a:gd name="connsiteY15" fmla="*/ 428886 h 6858000"/>
              <a:gd name="connsiteX16" fmla="*/ 11980580 w 12192000"/>
              <a:gd name="connsiteY16" fmla="*/ 426033 h 6858000"/>
              <a:gd name="connsiteX17" fmla="*/ 11908719 w 12192000"/>
              <a:gd name="connsiteY17" fmla="*/ 277785 h 6858000"/>
              <a:gd name="connsiteX18" fmla="*/ 11795794 w 12192000"/>
              <a:gd name="connsiteY18" fmla="*/ 207330 h 6858000"/>
              <a:gd name="connsiteX19" fmla="*/ 11785528 w 12192000"/>
              <a:gd name="connsiteY19" fmla="*/ 202927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5528" y="202927"/>
                </a:moveTo>
                <a:cubicBezTo>
                  <a:pt x="11735665" y="263107"/>
                  <a:pt x="11561144" y="308609"/>
                  <a:pt x="11561144" y="434840"/>
                </a:cubicBezTo>
                <a:cubicBezTo>
                  <a:pt x="11561144" y="484745"/>
                  <a:pt x="11591942" y="531715"/>
                  <a:pt x="11638872" y="549328"/>
                </a:cubicBezTo>
                <a:cubicBezTo>
                  <a:pt x="11665270" y="559603"/>
                  <a:pt x="11691668" y="559603"/>
                  <a:pt x="11718066" y="550796"/>
                </a:cubicBezTo>
                <a:cubicBezTo>
                  <a:pt x="11729799" y="547127"/>
                  <a:pt x="11740431" y="541622"/>
                  <a:pt x="11750147" y="534834"/>
                </a:cubicBezTo>
                <a:lnTo>
                  <a:pt x="11776529" y="511343"/>
                </a:lnTo>
                <a:lnTo>
                  <a:pt x="11769485" y="534267"/>
                </a:lnTo>
                <a:cubicBezTo>
                  <a:pt x="11757790" y="556023"/>
                  <a:pt x="11733301" y="572822"/>
                  <a:pt x="11704684" y="577228"/>
                </a:cubicBezTo>
                <a:cubicBezTo>
                  <a:pt x="11713489" y="586040"/>
                  <a:pt x="11734035" y="591915"/>
                  <a:pt x="11758983" y="591915"/>
                </a:cubicBezTo>
                <a:cubicBezTo>
                  <a:pt x="11804476" y="591915"/>
                  <a:pt x="11860242" y="578696"/>
                  <a:pt x="11888125" y="549322"/>
                </a:cubicBezTo>
                <a:cubicBezTo>
                  <a:pt x="11849970" y="550790"/>
                  <a:pt x="11825022" y="525822"/>
                  <a:pt x="11823554" y="492041"/>
                </a:cubicBezTo>
                <a:cubicBezTo>
                  <a:pt x="11841164" y="514072"/>
                  <a:pt x="11863177" y="522885"/>
                  <a:pt x="11888125" y="522885"/>
                </a:cubicBezTo>
                <a:cubicBezTo>
                  <a:pt x="11926648" y="522885"/>
                  <a:pt x="11959392" y="498926"/>
                  <a:pt x="11973357" y="465260"/>
                </a:cubicBezTo>
                <a:lnTo>
                  <a:pt x="11980572" y="428927"/>
                </a:lnTo>
                <a:lnTo>
                  <a:pt x="11980580" y="428969"/>
                </a:lnTo>
                <a:lnTo>
                  <a:pt x="11980580" y="428886"/>
                </a:lnTo>
                <a:lnTo>
                  <a:pt x="11980580" y="426033"/>
                </a:lnTo>
                <a:cubicBezTo>
                  <a:pt x="11980580" y="367321"/>
                  <a:pt x="11951249" y="317416"/>
                  <a:pt x="11908719" y="277785"/>
                </a:cubicBezTo>
                <a:cubicBezTo>
                  <a:pt x="11876454" y="246961"/>
                  <a:pt x="11836857" y="224944"/>
                  <a:pt x="11795794" y="207330"/>
                </a:cubicBezTo>
                <a:cubicBezTo>
                  <a:pt x="11792860" y="205863"/>
                  <a:pt x="11789927" y="204395"/>
                  <a:pt x="11785528" y="202927"/>
                </a:cubicBezTo>
                <a:close/>
                <a:moveTo>
                  <a:pt x="0" y="0"/>
                </a:moveTo>
                <a:lnTo>
                  <a:pt x="12192000" y="0"/>
                </a:lnTo>
                <a:lnTo>
                  <a:pt x="12192000"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spTree>
    <p:extLst>
      <p:ext uri="{BB962C8B-B14F-4D97-AF65-F5344CB8AC3E}">
        <p14:creationId xmlns:p14="http://schemas.microsoft.com/office/powerpoint/2010/main" val="47970572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Full picture blue Pik">
    <p:bg>
      <p:bgPr>
        <a:solidFill>
          <a:schemeClr val="bg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B335D29-1EFC-4491-AD11-74BC952F53E5}"/>
              </a:ext>
            </a:extLst>
          </p:cNvPr>
          <p:cNvSpPr>
            <a:spLocks noGrp="1"/>
          </p:cNvSpPr>
          <p:nvPr>
            <p:ph type="pic" sz="quarter" idx="13" hasCustomPrompt="1"/>
          </p:nvPr>
        </p:nvSpPr>
        <p:spPr>
          <a:xfrm>
            <a:off x="0" y="0"/>
            <a:ext cx="6096000" cy="6858000"/>
          </a:xfrm>
          <a:custGeom>
            <a:avLst/>
            <a:gdLst>
              <a:gd name="connsiteX0" fmla="*/ 11785528 w 12192000"/>
              <a:gd name="connsiteY0" fmla="*/ 202927 h 6858000"/>
              <a:gd name="connsiteX1" fmla="*/ 11561144 w 12192000"/>
              <a:gd name="connsiteY1" fmla="*/ 434840 h 6858000"/>
              <a:gd name="connsiteX2" fmla="*/ 11638872 w 12192000"/>
              <a:gd name="connsiteY2" fmla="*/ 549328 h 6858000"/>
              <a:gd name="connsiteX3" fmla="*/ 11718066 w 12192000"/>
              <a:gd name="connsiteY3" fmla="*/ 550796 h 6858000"/>
              <a:gd name="connsiteX4" fmla="*/ 11750147 w 12192000"/>
              <a:gd name="connsiteY4" fmla="*/ 534834 h 6858000"/>
              <a:gd name="connsiteX5" fmla="*/ 11776529 w 12192000"/>
              <a:gd name="connsiteY5" fmla="*/ 511343 h 6858000"/>
              <a:gd name="connsiteX6" fmla="*/ 11769485 w 12192000"/>
              <a:gd name="connsiteY6" fmla="*/ 534267 h 6858000"/>
              <a:gd name="connsiteX7" fmla="*/ 11704684 w 12192000"/>
              <a:gd name="connsiteY7" fmla="*/ 577228 h 6858000"/>
              <a:gd name="connsiteX8" fmla="*/ 11758983 w 12192000"/>
              <a:gd name="connsiteY8" fmla="*/ 591915 h 6858000"/>
              <a:gd name="connsiteX9" fmla="*/ 11888125 w 12192000"/>
              <a:gd name="connsiteY9" fmla="*/ 549322 h 6858000"/>
              <a:gd name="connsiteX10" fmla="*/ 11823554 w 12192000"/>
              <a:gd name="connsiteY10" fmla="*/ 492041 h 6858000"/>
              <a:gd name="connsiteX11" fmla="*/ 11888125 w 12192000"/>
              <a:gd name="connsiteY11" fmla="*/ 522885 h 6858000"/>
              <a:gd name="connsiteX12" fmla="*/ 11973357 w 12192000"/>
              <a:gd name="connsiteY12" fmla="*/ 465260 h 6858000"/>
              <a:gd name="connsiteX13" fmla="*/ 11980572 w 12192000"/>
              <a:gd name="connsiteY13" fmla="*/ 428927 h 6858000"/>
              <a:gd name="connsiteX14" fmla="*/ 11980580 w 12192000"/>
              <a:gd name="connsiteY14" fmla="*/ 428969 h 6858000"/>
              <a:gd name="connsiteX15" fmla="*/ 11980580 w 12192000"/>
              <a:gd name="connsiteY15" fmla="*/ 428886 h 6858000"/>
              <a:gd name="connsiteX16" fmla="*/ 11980580 w 12192000"/>
              <a:gd name="connsiteY16" fmla="*/ 426033 h 6858000"/>
              <a:gd name="connsiteX17" fmla="*/ 11908719 w 12192000"/>
              <a:gd name="connsiteY17" fmla="*/ 277785 h 6858000"/>
              <a:gd name="connsiteX18" fmla="*/ 11795794 w 12192000"/>
              <a:gd name="connsiteY18" fmla="*/ 207330 h 6858000"/>
              <a:gd name="connsiteX19" fmla="*/ 11785528 w 12192000"/>
              <a:gd name="connsiteY19" fmla="*/ 202927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5528" y="202927"/>
                </a:moveTo>
                <a:cubicBezTo>
                  <a:pt x="11735665" y="263107"/>
                  <a:pt x="11561144" y="308609"/>
                  <a:pt x="11561144" y="434840"/>
                </a:cubicBezTo>
                <a:cubicBezTo>
                  <a:pt x="11561144" y="484745"/>
                  <a:pt x="11591942" y="531715"/>
                  <a:pt x="11638872" y="549328"/>
                </a:cubicBezTo>
                <a:cubicBezTo>
                  <a:pt x="11665270" y="559603"/>
                  <a:pt x="11691668" y="559603"/>
                  <a:pt x="11718066" y="550796"/>
                </a:cubicBezTo>
                <a:cubicBezTo>
                  <a:pt x="11729799" y="547127"/>
                  <a:pt x="11740431" y="541622"/>
                  <a:pt x="11750147" y="534834"/>
                </a:cubicBezTo>
                <a:lnTo>
                  <a:pt x="11776529" y="511343"/>
                </a:lnTo>
                <a:lnTo>
                  <a:pt x="11769485" y="534267"/>
                </a:lnTo>
                <a:cubicBezTo>
                  <a:pt x="11757790" y="556023"/>
                  <a:pt x="11733301" y="572822"/>
                  <a:pt x="11704684" y="577228"/>
                </a:cubicBezTo>
                <a:cubicBezTo>
                  <a:pt x="11713489" y="586040"/>
                  <a:pt x="11734035" y="591915"/>
                  <a:pt x="11758983" y="591915"/>
                </a:cubicBezTo>
                <a:cubicBezTo>
                  <a:pt x="11804476" y="591915"/>
                  <a:pt x="11860242" y="578696"/>
                  <a:pt x="11888125" y="549322"/>
                </a:cubicBezTo>
                <a:cubicBezTo>
                  <a:pt x="11849970" y="550790"/>
                  <a:pt x="11825022" y="525822"/>
                  <a:pt x="11823554" y="492041"/>
                </a:cubicBezTo>
                <a:cubicBezTo>
                  <a:pt x="11841164" y="514072"/>
                  <a:pt x="11863177" y="522885"/>
                  <a:pt x="11888125" y="522885"/>
                </a:cubicBezTo>
                <a:cubicBezTo>
                  <a:pt x="11926648" y="522885"/>
                  <a:pt x="11959392" y="498926"/>
                  <a:pt x="11973357" y="465260"/>
                </a:cubicBezTo>
                <a:lnTo>
                  <a:pt x="11980572" y="428927"/>
                </a:lnTo>
                <a:lnTo>
                  <a:pt x="11980580" y="428969"/>
                </a:lnTo>
                <a:lnTo>
                  <a:pt x="11980580" y="428886"/>
                </a:lnTo>
                <a:lnTo>
                  <a:pt x="11980580" y="426033"/>
                </a:lnTo>
                <a:cubicBezTo>
                  <a:pt x="11980580" y="367321"/>
                  <a:pt x="11951249" y="317416"/>
                  <a:pt x="11908719" y="277785"/>
                </a:cubicBezTo>
                <a:cubicBezTo>
                  <a:pt x="11876454" y="246961"/>
                  <a:pt x="11836857" y="224944"/>
                  <a:pt x="11795794" y="207330"/>
                </a:cubicBezTo>
                <a:cubicBezTo>
                  <a:pt x="11792860" y="205863"/>
                  <a:pt x="11789927" y="204395"/>
                  <a:pt x="11785528" y="202927"/>
                </a:cubicBezTo>
                <a:close/>
                <a:moveTo>
                  <a:pt x="0" y="0"/>
                </a:moveTo>
                <a:lnTo>
                  <a:pt x="12192000" y="0"/>
                </a:lnTo>
                <a:lnTo>
                  <a:pt x="12192000"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spTree>
    <p:extLst>
      <p:ext uri="{BB962C8B-B14F-4D97-AF65-F5344CB8AC3E}">
        <p14:creationId xmlns:p14="http://schemas.microsoft.com/office/powerpoint/2010/main" val="195470709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2021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rot="1808368" flipV="1">
            <a:off x="3661091" y="-1184328"/>
            <a:ext cx="10604299" cy="7497656"/>
          </a:xfrm>
          <a:prstGeom prst="rect">
            <a:avLst/>
          </a:prstGeom>
        </p:spPr>
      </p:pic>
      <p:sp>
        <p:nvSpPr>
          <p:cNvPr id="14" name="Rectangle 13"/>
          <p:cNvSpPr/>
          <p:nvPr/>
        </p:nvSpPr>
        <p:spPr>
          <a:xfrm>
            <a:off x="6189663" y="2940700"/>
            <a:ext cx="5018905" cy="22879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a:r>
              <a:rPr lang="en-GB" sz="900" kern="1200">
                <a:solidFill>
                  <a:schemeClr val="lt1"/>
                </a:solidFill>
                <a:effectLst/>
                <a:latin typeface="+mn-lt"/>
                <a:ea typeface="+mn-ea"/>
                <a:cs typeface="+mn-cs"/>
              </a:rPr>
              <a:t>Capgemini Engineering combines, under one brand, a unique set of strengths from across the Capgemini Group: the world leading engineering and R&amp;D services of Altran – acquired by Capgemini in 2020 - and Capgemini’s digital manufacturing expertise. With broad industry knowledge and cutting-edge technologies in digital and software, Capgemini Engineering supports the convergence of the physical and digital worlds. Combined with the capabilities of the rest of the Group, it helps clients to accelerate their journey towards Intelligent Industry. Capgemini Engineering has more than 52,000 engineer and scientist team members in over 30 countries across sectors including aeronautics, automotive, railways, communications, energy, life sciences, semiconductors, software &amp; internet, space &amp; defence, and consumer products.</a:t>
            </a:r>
            <a:endParaRPr lang="en-US" sz="900" kern="1200">
              <a:solidFill>
                <a:schemeClr val="lt1"/>
              </a:solidFill>
              <a:effectLst/>
              <a:latin typeface="+mn-lt"/>
              <a:ea typeface="+mn-ea"/>
              <a:cs typeface="+mn-cs"/>
            </a:endParaRPr>
          </a:p>
          <a:p>
            <a:pPr algn="just"/>
            <a:r>
              <a:rPr lang="en-GB" sz="900" i="1" kern="1200">
                <a:solidFill>
                  <a:schemeClr val="lt1"/>
                </a:solidFill>
                <a:effectLst/>
                <a:latin typeface="+mn-lt"/>
                <a:ea typeface="+mn-ea"/>
                <a:cs typeface="+mn-cs"/>
              </a:rPr>
              <a:t> </a:t>
            </a:r>
            <a:endParaRPr lang="en-US" sz="900" kern="1200">
              <a:solidFill>
                <a:schemeClr val="lt1"/>
              </a:solidFill>
              <a:effectLst/>
              <a:latin typeface="+mn-lt"/>
              <a:ea typeface="+mn-ea"/>
              <a:cs typeface="+mn-cs"/>
            </a:endParaRPr>
          </a:p>
          <a:p>
            <a:pPr algn="just"/>
            <a:r>
              <a:rPr lang="en-GB" sz="900" kern="1200">
                <a:solidFill>
                  <a:schemeClr val="lt1"/>
                </a:solidFill>
                <a:effectLst/>
                <a:latin typeface="+mn-lt"/>
                <a:ea typeface="+mn-ea"/>
                <a:cs typeface="+mn-cs"/>
              </a:rPr>
              <a:t>Capgemini Engineering is an integral part of the Capgemini Group, a global leader in partnering with companies to transform and manage their business by harnessing the power of technology. The Group is guided every day by its purpose of unleashing human energy through technology for an inclusive and sustainable future. It is a responsible and diverse organization of 270,000 team members in nearly 50 countries. With its strong 50-year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2020 global revenues of €16 billion.</a:t>
            </a:r>
            <a:endParaRPr lang="en-US" sz="900" kern="1200">
              <a:solidFill>
                <a:schemeClr val="lt1"/>
              </a:solidFill>
              <a:effectLst/>
              <a:latin typeface="+mn-lt"/>
              <a:ea typeface="+mn-ea"/>
              <a:cs typeface="+mn-cs"/>
            </a:endParaRPr>
          </a:p>
        </p:txBody>
      </p:sp>
      <p:sp>
        <p:nvSpPr>
          <p:cNvPr id="15" name="Rectangle 14"/>
          <p:cNvSpPr/>
          <p:nvPr/>
        </p:nvSpPr>
        <p:spPr>
          <a:xfrm>
            <a:off x="6189662" y="2561436"/>
            <a:ext cx="3434729" cy="22865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 Engineering</a:t>
            </a:r>
          </a:p>
        </p:txBody>
      </p:sp>
      <p:sp>
        <p:nvSpPr>
          <p:cNvPr id="16" name="Rectangle 15"/>
          <p:cNvSpPr/>
          <p:nvPr/>
        </p:nvSpPr>
        <p:spPr>
          <a:xfrm>
            <a:off x="6189663" y="5789250"/>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www.capgemini.com/capgemini-engineering</a:t>
            </a:r>
          </a:p>
        </p:txBody>
      </p:sp>
      <p:pic>
        <p:nvPicPr>
          <p:cNvPr id="22" name="Image 21">
            <a:extLst>
              <a:ext uri="{FF2B5EF4-FFF2-40B4-BE49-F238E27FC236}">
                <a16:creationId xmlns:a16="http://schemas.microsoft.com/office/drawing/2014/main" id="{E9CD4BEE-AC1B-4828-9AD6-0878E178A2BD}"/>
              </a:ext>
            </a:extLst>
          </p:cNvPr>
          <p:cNvPicPr>
            <a:picLocks noChangeAspect="1"/>
          </p:cNvPicPr>
          <p:nvPr userDrawn="1"/>
        </p:nvPicPr>
        <p:blipFill>
          <a:blip r:embed="rId13" cstate="hqprint">
            <a:extLst>
              <a:ext uri="{28A0092B-C50C-407E-A947-70E740481C1C}">
                <a14:useLocalDpi xmlns:a14="http://schemas.microsoft.com/office/drawing/2010/main" val="0"/>
              </a:ext>
            </a:extLst>
          </a:blip>
          <a:stretch>
            <a:fillRect/>
          </a:stretch>
        </p:blipFill>
        <p:spPr>
          <a:xfrm>
            <a:off x="0" y="616265"/>
            <a:ext cx="5040000" cy="1241373"/>
          </a:xfrm>
          <a:prstGeom prst="rect">
            <a:avLst/>
          </a:prstGeom>
        </p:spPr>
      </p:pic>
    </p:spTree>
    <p:extLst>
      <p:ext uri="{BB962C8B-B14F-4D97-AF65-F5344CB8AC3E}">
        <p14:creationId xmlns:p14="http://schemas.microsoft.com/office/powerpoint/2010/main" val="2280450640"/>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blank" preserve="1">
  <p:cSld name="2_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Lst>
          </p:cNvPr>
          <p:cNvPicPr>
            <a:picLocks noChangeAspect="1"/>
          </p:cNvPicPr>
          <p:nvPr userDrawn="1"/>
        </p:nvPicPr>
        <p:blipFill>
          <a:blip r:embed="rId6" cstate="hqprint">
            <a:extLst>
              <a:ext uri="{28A0092B-C50C-407E-A947-70E740481C1C}">
                <a14:useLocalDpi xmlns:a14="http://schemas.microsoft.com/office/drawing/2010/main" val="0"/>
              </a:ext>
            </a:extLst>
          </a:blip>
          <a:stretch>
            <a:fillRect/>
          </a:stretch>
        </p:blipFill>
        <p:spPr>
          <a:xfrm rot="21226509">
            <a:off x="1143292" y="1478132"/>
            <a:ext cx="9702386" cy="5695284"/>
          </a:xfrm>
          <a:prstGeom prst="rect">
            <a:avLst/>
          </a:prstGeom>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a:solidFill>
                  <a:schemeClr val="bg1"/>
                </a:solidFill>
                <a:latin typeface="Ubuntu" panose="020B0504030602030204" pitchFamily="34" charset="0"/>
                <a:cs typeface="Arial"/>
              </a:rPr>
              <a:t>Copyright © 2021 Capgemini. All rights reserved.</a:t>
            </a:r>
          </a:p>
        </p:txBody>
      </p:sp>
      <p:pic>
        <p:nvPicPr>
          <p:cNvPr id="17" name="Picture 2" descr="D:\My Work\Template\Icons\Social Media\LinkedIN.png">
            <a:hlinkClick r:id="rId7"/>
            <a:extLst>
              <a:ext uri="{FF2B5EF4-FFF2-40B4-BE49-F238E27FC236}">
                <a16:creationId xmlns:a16="http://schemas.microsoft.com/office/drawing/2014/main" id="{F6DF1D6E-8462-43E1-AFC5-8A5C855024F4}"/>
              </a:ext>
            </a:extLst>
          </p:cNvPr>
          <p:cNvPicPr>
            <a:picLocks noChangeAspect="1" noChangeArrowheads="1"/>
          </p:cNvPicPr>
          <p:nvPr/>
        </p:nvPicPr>
        <p:blipFill>
          <a:blip r:embed="rId8" cstate="print"/>
          <a:srcRect/>
          <a:stretch>
            <a:fillRect/>
          </a:stretch>
        </p:blipFill>
        <p:spPr bwMode="auto">
          <a:xfrm>
            <a:off x="810097" y="5328053"/>
            <a:ext cx="333195" cy="333195"/>
          </a:xfrm>
          <a:prstGeom prst="rect">
            <a:avLst/>
          </a:prstGeom>
          <a:noFill/>
        </p:spPr>
      </p:pic>
      <p:pic>
        <p:nvPicPr>
          <p:cNvPr id="19" name="Picture 4" descr="D:\My Work\Template\Icons\Social Media\SlideShare.png">
            <a:hlinkClick r:id="rId9"/>
            <a:extLst>
              <a:ext uri="{FF2B5EF4-FFF2-40B4-BE49-F238E27FC236}">
                <a16:creationId xmlns:a16="http://schemas.microsoft.com/office/drawing/2014/main" id="{DA74C6D2-FFE3-4CE8-B52D-0A33097AEEAF}"/>
              </a:ext>
            </a:extLst>
          </p:cNvPr>
          <p:cNvPicPr>
            <a:picLocks noChangeAspect="1" noChangeArrowheads="1"/>
          </p:cNvPicPr>
          <p:nvPr/>
        </p:nvPicPr>
        <p:blipFill>
          <a:blip r:embed="rId10" cstate="print"/>
          <a:srcRect/>
          <a:stretch>
            <a:fillRect/>
          </a:stretch>
        </p:blipFill>
        <p:spPr bwMode="auto">
          <a:xfrm>
            <a:off x="1193474" y="5328053"/>
            <a:ext cx="333195" cy="333195"/>
          </a:xfrm>
          <a:prstGeom prst="rect">
            <a:avLst/>
          </a:prstGeom>
          <a:noFill/>
        </p:spPr>
      </p:pic>
      <p:pic>
        <p:nvPicPr>
          <p:cNvPr id="20" name="Picture 5" descr="D:\My Work\Template\Icons\Social Media\Twitter.png">
            <a:hlinkClick r:id="rId11"/>
            <a:extLst>
              <a:ext uri="{FF2B5EF4-FFF2-40B4-BE49-F238E27FC236}">
                <a16:creationId xmlns:a16="http://schemas.microsoft.com/office/drawing/2014/main" id="{14E10122-92A2-4535-9737-8C1BE0EE0AEC}"/>
              </a:ext>
            </a:extLst>
          </p:cNvPr>
          <p:cNvPicPr>
            <a:picLocks noChangeAspect="1" noChangeArrowheads="1"/>
          </p:cNvPicPr>
          <p:nvPr/>
        </p:nvPicPr>
        <p:blipFill>
          <a:blip r:embed="rId12" cstate="print"/>
          <a:srcRect/>
          <a:stretch>
            <a:fillRect/>
          </a:stretch>
        </p:blipFill>
        <p:spPr bwMode="auto">
          <a:xfrm>
            <a:off x="1576851" y="5328053"/>
            <a:ext cx="333195" cy="333195"/>
          </a:xfrm>
          <a:prstGeom prst="rect">
            <a:avLst/>
          </a:prstGeom>
          <a:noFill/>
        </p:spPr>
      </p:pic>
      <p:pic>
        <p:nvPicPr>
          <p:cNvPr id="21" name="Picture 6" descr="D:\My Work\Template\Icons\Social Media\YouTube.png">
            <a:hlinkClick r:id="rId13"/>
            <a:extLst>
              <a:ext uri="{FF2B5EF4-FFF2-40B4-BE49-F238E27FC236}">
                <a16:creationId xmlns:a16="http://schemas.microsoft.com/office/drawing/2014/main" id="{BA6EF96A-02CA-41A1-9095-358FE7486671}"/>
              </a:ext>
            </a:extLst>
          </p:cNvPr>
          <p:cNvPicPr>
            <a:picLocks noChangeAspect="1" noChangeArrowheads="1"/>
          </p:cNvPicPr>
          <p:nvPr/>
        </p:nvPicPr>
        <p:blipFill>
          <a:blip r:embed="rId14" cstate="print"/>
          <a:srcRect/>
          <a:stretch>
            <a:fillRect/>
          </a:stretch>
        </p:blipFill>
        <p:spPr bwMode="auto">
          <a:xfrm>
            <a:off x="1960227" y="5328053"/>
            <a:ext cx="333195" cy="333195"/>
          </a:xfrm>
          <a:prstGeom prst="rect">
            <a:avLst/>
          </a:prstGeom>
          <a:noFill/>
        </p:spPr>
      </p:pic>
      <p:pic>
        <p:nvPicPr>
          <p:cNvPr id="22" name="Picture 7" descr="D:\My Work\Template\Icons\Social Media\Facebook.png">
            <a:hlinkClick r:id="rId15"/>
            <a:extLst>
              <a:ext uri="{FF2B5EF4-FFF2-40B4-BE49-F238E27FC236}">
                <a16:creationId xmlns:a16="http://schemas.microsoft.com/office/drawing/2014/main" id="{BCC76D32-C587-45AA-A26C-ED5B038C867B}"/>
              </a:ext>
            </a:extLst>
          </p:cNvPr>
          <p:cNvPicPr>
            <a:picLocks noChangeAspect="1" noChangeArrowheads="1"/>
          </p:cNvPicPr>
          <p:nvPr/>
        </p:nvPicPr>
        <p:blipFill>
          <a:blip r:embed="rId16" cstate="print"/>
          <a:srcRect/>
          <a:stretch>
            <a:fillRect/>
          </a:stretch>
        </p:blipFill>
        <p:spPr bwMode="auto">
          <a:xfrm>
            <a:off x="426720" y="5328053"/>
            <a:ext cx="333195" cy="333195"/>
          </a:xfrm>
          <a:prstGeom prst="rect">
            <a:avLst/>
          </a:prstGeom>
          <a:noFill/>
        </p:spPr>
      </p:pic>
      <p:sp>
        <p:nvSpPr>
          <p:cNvPr id="60" name="Rectangle 59"/>
          <p:cNvSpPr/>
          <p:nvPr>
            <p:custDataLst>
              <p:tags r:id="rId1"/>
            </p:custDataLst>
          </p:nvPr>
        </p:nvSpPr>
        <p:spPr>
          <a:xfrm>
            <a:off x="6324599" y="1079805"/>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1" name="Rectangle 60"/>
          <p:cNvSpPr/>
          <p:nvPr>
            <p:custDataLst>
              <p:tags r:id="rId2"/>
            </p:custDataLst>
          </p:nvPr>
        </p:nvSpPr>
        <p:spPr>
          <a:xfrm>
            <a:off x="9499996" y="1079805"/>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2" name="Rectangle 61"/>
          <p:cNvSpPr/>
          <p:nvPr>
            <p:custDataLst>
              <p:tags r:id="rId3"/>
            </p:custDataLst>
          </p:nvPr>
        </p:nvSpPr>
        <p:spPr>
          <a:xfrm>
            <a:off x="6324599" y="2343730"/>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3" name="Rectangle 62"/>
          <p:cNvSpPr/>
          <p:nvPr>
            <p:custDataLst>
              <p:tags r:id="rId4"/>
            </p:custDataLst>
          </p:nvPr>
        </p:nvSpPr>
        <p:spPr>
          <a:xfrm>
            <a:off x="9499996" y="2343730"/>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cxnSp>
        <p:nvCxnSpPr>
          <p:cNvPr id="64" name="Straight Connector 63"/>
          <p:cNvCxnSpPr/>
          <p:nvPr/>
        </p:nvCxnSpPr>
        <p:spPr>
          <a:xfrm flipV="1">
            <a:off x="6096000" y="1113931"/>
            <a:ext cx="0" cy="2276757"/>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6468B09D-6011-4B56-9735-A05D4E49D101}"/>
              </a:ext>
            </a:extLst>
          </p:cNvPr>
          <p:cNvSpPr/>
          <p:nvPr userDrawn="1"/>
        </p:nvSpPr>
        <p:spPr>
          <a:xfrm>
            <a:off x="404813" y="1447577"/>
            <a:ext cx="5018905" cy="22879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a:r>
              <a:rPr lang="en-GB" sz="900" kern="1200">
                <a:solidFill>
                  <a:schemeClr val="lt1"/>
                </a:solidFill>
                <a:effectLst/>
                <a:latin typeface="+mn-lt"/>
                <a:ea typeface="+mn-ea"/>
                <a:cs typeface="+mn-cs"/>
              </a:rPr>
              <a:t>Capgemini Engineering combines, under one brand, a unique set of strengths from across the Capgemini Group: the world leading engineering and R&amp;D services of Altran – acquired by Capgemini in 2020 - and Capgemini’s digital manufacturing expertise. With broad industry knowledge and cutting-edge technologies in digital and software, Capgemini Engineering supports the convergence of the physical and digital worlds. Combined with the capabilities of the rest of the Group, it helps clients to accelerate their journey towards Intelligent Industry. Capgemini Engineering has more than 52,000 engineer and scientist team members in over 30 countries across sectors including aeronautics, automotive, railways, communications, energy, life sciences, semiconductors, software &amp; internet, space &amp; defence, and consumer products.</a:t>
            </a:r>
            <a:endParaRPr lang="en-US" sz="900" kern="1200">
              <a:solidFill>
                <a:schemeClr val="lt1"/>
              </a:solidFill>
              <a:effectLst/>
              <a:latin typeface="+mn-lt"/>
              <a:ea typeface="+mn-ea"/>
              <a:cs typeface="+mn-cs"/>
            </a:endParaRPr>
          </a:p>
          <a:p>
            <a:pPr algn="just"/>
            <a:r>
              <a:rPr lang="en-GB" sz="900" i="1" kern="1200">
                <a:solidFill>
                  <a:schemeClr val="lt1"/>
                </a:solidFill>
                <a:effectLst/>
                <a:latin typeface="+mn-lt"/>
                <a:ea typeface="+mn-ea"/>
                <a:cs typeface="+mn-cs"/>
              </a:rPr>
              <a:t> </a:t>
            </a:r>
            <a:endParaRPr lang="en-US" sz="900" kern="1200">
              <a:solidFill>
                <a:schemeClr val="lt1"/>
              </a:solidFill>
              <a:effectLst/>
              <a:latin typeface="+mn-lt"/>
              <a:ea typeface="+mn-ea"/>
              <a:cs typeface="+mn-cs"/>
            </a:endParaRPr>
          </a:p>
          <a:p>
            <a:pPr algn="just"/>
            <a:r>
              <a:rPr lang="en-GB" sz="900" kern="1200">
                <a:solidFill>
                  <a:schemeClr val="lt1"/>
                </a:solidFill>
                <a:effectLst/>
                <a:latin typeface="+mn-lt"/>
                <a:ea typeface="+mn-ea"/>
                <a:cs typeface="+mn-cs"/>
              </a:rPr>
              <a:t>Capgemini Engineering is an integral part of the Capgemini Group, a global leader in partnering with companies to transform and manage their business by harnessing the power of technology. The Group is guided every day by its purpose of unleashing human energy through technology for an inclusive and sustainable future. It is a responsible and diverse organization of 270,000 team members in nearly 50 countries. With its strong 50-year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2020 global revenues of €16 billion.</a:t>
            </a:r>
            <a:endParaRPr lang="en-US" sz="900" kern="1200">
              <a:solidFill>
                <a:schemeClr val="lt1"/>
              </a:solidFill>
              <a:effectLst/>
              <a:latin typeface="+mn-lt"/>
              <a:ea typeface="+mn-ea"/>
              <a:cs typeface="+mn-cs"/>
            </a:endParaRPr>
          </a:p>
        </p:txBody>
      </p:sp>
      <p:sp>
        <p:nvSpPr>
          <p:cNvPr id="27" name="Rectangle 26">
            <a:extLst>
              <a:ext uri="{FF2B5EF4-FFF2-40B4-BE49-F238E27FC236}">
                <a16:creationId xmlns:a16="http://schemas.microsoft.com/office/drawing/2014/main" id="{9AD00A87-77BA-46AB-A551-7BD88CF47F24}"/>
              </a:ext>
            </a:extLst>
          </p:cNvPr>
          <p:cNvSpPr/>
          <p:nvPr userDrawn="1"/>
        </p:nvSpPr>
        <p:spPr>
          <a:xfrm>
            <a:off x="404812" y="1068313"/>
            <a:ext cx="3314919" cy="22865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 Engineering</a:t>
            </a:r>
          </a:p>
        </p:txBody>
      </p:sp>
      <p:sp>
        <p:nvSpPr>
          <p:cNvPr id="28" name="Rectangle 27">
            <a:extLst>
              <a:ext uri="{FF2B5EF4-FFF2-40B4-BE49-F238E27FC236}">
                <a16:creationId xmlns:a16="http://schemas.microsoft.com/office/drawing/2014/main" id="{FD222ADB-2B00-4AE2-8AB6-BC8CDF1AC7E1}"/>
              </a:ext>
            </a:extLst>
          </p:cNvPr>
          <p:cNvSpPr/>
          <p:nvPr userDrawn="1"/>
        </p:nvSpPr>
        <p:spPr>
          <a:xfrm>
            <a:off x="404813" y="4296127"/>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www.capgemini.com/capgemini-engineering</a:t>
            </a:r>
          </a:p>
        </p:txBody>
      </p:sp>
      <p:pic>
        <p:nvPicPr>
          <p:cNvPr id="29" name="Image 28">
            <a:extLst>
              <a:ext uri="{FF2B5EF4-FFF2-40B4-BE49-F238E27FC236}">
                <a16:creationId xmlns:a16="http://schemas.microsoft.com/office/drawing/2014/main" id="{6A821CDD-5961-4FA5-87E4-74C804B1D08B}"/>
              </a:ext>
            </a:extLst>
          </p:cNvPr>
          <p:cNvPicPr>
            <a:picLocks noChangeAspect="1"/>
          </p:cNvPicPr>
          <p:nvPr userDrawn="1"/>
        </p:nvPicPr>
        <p:blipFill>
          <a:blip r:embed="rId17" cstate="hqprint">
            <a:extLst>
              <a:ext uri="{28A0092B-C50C-407E-A947-70E740481C1C}">
                <a14:useLocalDpi xmlns:a14="http://schemas.microsoft.com/office/drawing/2010/main" val="0"/>
              </a:ext>
            </a:extLst>
          </a:blip>
          <a:stretch>
            <a:fillRect/>
          </a:stretch>
        </p:blipFill>
        <p:spPr>
          <a:xfrm>
            <a:off x="6744013" y="5369182"/>
            <a:ext cx="5040000" cy="1241373"/>
          </a:xfrm>
          <a:prstGeom prst="rect">
            <a:avLst/>
          </a:prstGeom>
        </p:spPr>
      </p:pic>
    </p:spTree>
    <p:extLst>
      <p:ext uri="{BB962C8B-B14F-4D97-AF65-F5344CB8AC3E}">
        <p14:creationId xmlns:p14="http://schemas.microsoft.com/office/powerpoint/2010/main" val="65220789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1_Final Slide 1">
    <p:bg>
      <p:bgPr>
        <a:solidFill>
          <a:srgbClr val="272936"/>
        </a:solidFill>
        <a:effectLst/>
      </p:bgPr>
    </p:bg>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57AF4EB1-5AB5-4D69-B603-BD5E0E5EB292}"/>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0" y="616265"/>
            <a:ext cx="5040000" cy="1241373"/>
          </a:xfrm>
          <a:prstGeom prst="rect">
            <a:avLst/>
          </a:prstGeom>
        </p:spPr>
      </p:pic>
    </p:spTree>
    <p:extLst>
      <p:ext uri="{BB962C8B-B14F-4D97-AF65-F5344CB8AC3E}">
        <p14:creationId xmlns:p14="http://schemas.microsoft.com/office/powerpoint/2010/main" val="790077819"/>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userDrawn="1">
  <p:cSld name="Large title">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57200" y="6003700"/>
            <a:ext cx="11277600" cy="822325"/>
          </a:xfrm>
        </p:spPr>
        <p:txBody>
          <a:bodyPr lIns="36000" tIns="144000">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ext Placeholder 6">
            <a:extLst>
              <a:ext uri="{FF2B5EF4-FFF2-40B4-BE49-F238E27FC236}">
                <a16:creationId xmlns:a16="http://schemas.microsoft.com/office/drawing/2014/main" id="{79EA84EC-0E0C-41F6-8286-BC5A87DC6C7B}"/>
              </a:ext>
            </a:extLst>
          </p:cNvPr>
          <p:cNvSpPr>
            <a:spLocks noGrp="1"/>
          </p:cNvSpPr>
          <p:nvPr>
            <p:ph type="body" sz="quarter" idx="10"/>
          </p:nvPr>
        </p:nvSpPr>
        <p:spPr>
          <a:xfrm>
            <a:off x="457200" y="1644650"/>
            <a:ext cx="11277600" cy="3567113"/>
          </a:xfrm>
        </p:spPr>
        <p:txBody>
          <a:bodyPr anchor="ctr" anchorCtr="0">
            <a:normAutofit/>
          </a:bodyPr>
          <a:lstStyle>
            <a:lvl1pPr marL="0" indent="0" algn="l">
              <a:lnSpc>
                <a:spcPct val="70000"/>
              </a:lnSpc>
              <a:buFontTx/>
              <a:buNone/>
              <a:defRPr sz="8000" b="1" cap="all" baseline="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pic>
        <p:nvPicPr>
          <p:cNvPr id="6" name="Image 5">
            <a:extLst>
              <a:ext uri="{FF2B5EF4-FFF2-40B4-BE49-F238E27FC236}">
                <a16:creationId xmlns:a16="http://schemas.microsoft.com/office/drawing/2014/main" id="{5D00B2F4-B880-4403-995C-72F76AB9E9BB}"/>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84996" y="94849"/>
            <a:ext cx="5040000" cy="1241373"/>
          </a:xfrm>
          <a:prstGeom prst="rect">
            <a:avLst/>
          </a:prstGeom>
        </p:spPr>
      </p:pic>
    </p:spTree>
    <p:extLst>
      <p:ext uri="{BB962C8B-B14F-4D97-AF65-F5344CB8AC3E}">
        <p14:creationId xmlns:p14="http://schemas.microsoft.com/office/powerpoint/2010/main" val="2102473641"/>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Default">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D8EFF8A2-0FB9-4B25-8B8D-492353274983}"/>
              </a:ext>
            </a:extLst>
          </p:cNvPr>
          <p:cNvGraphicFramePr>
            <a:graphicFrameLocks noChangeAspect="1"/>
          </p:cNvGraphicFramePr>
          <p:nvPr>
            <p:custDataLst>
              <p:tags r:id="rId1"/>
            </p:custDataLst>
            <p:extLst>
              <p:ext uri="{D42A27DB-BD31-4B8C-83A1-F6EECF244321}">
                <p14:modId xmlns:p14="http://schemas.microsoft.com/office/powerpoint/2010/main" val="50561061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413" imgH="416" progId="TCLayout.ActiveDocument.1">
                  <p:embed/>
                </p:oleObj>
              </mc:Choice>
              <mc:Fallback>
                <p:oleObj name="think-cell Slide" r:id="rId7" imgW="413" imgH="416" progId="TCLayout.ActiveDocument.1">
                  <p:embed/>
                  <p:pic>
                    <p:nvPicPr>
                      <p:cNvPr id="3" name="Object 6" hidden="1">
                        <a:extLst>
                          <a:ext uri="{FF2B5EF4-FFF2-40B4-BE49-F238E27FC236}">
                            <a16:creationId xmlns:a16="http://schemas.microsoft.com/office/drawing/2014/main" id="{D8EFF8A2-0FB9-4B25-8B8D-492353274983}"/>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5" name="Rectangle 1" hidden="1">
            <a:extLst>
              <a:ext uri="{FF2B5EF4-FFF2-40B4-BE49-F238E27FC236}">
                <a16:creationId xmlns:a16="http://schemas.microsoft.com/office/drawing/2014/main" id="{FCC3A0E6-E630-4C26-B008-93BA0B5B1109}"/>
              </a:ext>
            </a:extLst>
          </p:cNvPr>
          <p:cNvSpPr/>
          <p:nvPr>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spcBef>
                <a:spcPts val="300"/>
              </a:spcBef>
              <a:spcAft>
                <a:spcPts val="300"/>
              </a:spcAft>
            </a:pPr>
            <a:endParaRPr lang="en-US"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15" name="2. Slide Title">
            <a:extLst>
              <a:ext uri="{FF2B5EF4-FFF2-40B4-BE49-F238E27FC236}">
                <a16:creationId xmlns:a16="http://schemas.microsoft.com/office/drawing/2014/main" id="{699FD2C4-82B5-475E-9235-DB128978B618}"/>
              </a:ext>
            </a:extLst>
          </p:cNvPr>
          <p:cNvSpPr>
            <a:spLocks noGrp="1"/>
          </p:cNvSpPr>
          <p:nvPr>
            <p:ph type="title"/>
            <p:custDataLst>
              <p:tags r:id="rId3"/>
            </p:custDataLst>
          </p:nvPr>
        </p:nvSpPr>
        <p:spPr>
          <a:xfrm>
            <a:off x="554736" y="180679"/>
            <a:ext cx="6549376" cy="387798"/>
          </a:xfrm>
        </p:spPr>
        <p:txBody>
          <a:bodyPr vert="horz" wrap="square" lIns="0" tIns="0" rIns="0" bIns="0" rtlCol="0" anchor="t" anchorCtr="0">
            <a:spAutoFit/>
          </a:bodyPr>
          <a:lstStyle>
            <a:lvl1pPr>
              <a:defRPr lang="en-US" sz="2800" dirty="0"/>
            </a:lvl1pPr>
          </a:lstStyle>
          <a:p>
            <a:pPr lvl="0"/>
            <a:r>
              <a:rPr lang="en-US" noProof="0"/>
              <a:t>Click to edit Master title style</a:t>
            </a:r>
          </a:p>
        </p:txBody>
      </p:sp>
      <p:sp>
        <p:nvSpPr>
          <p:cNvPr id="14" name="3. Subtitle">
            <a:extLst>
              <a:ext uri="{FF2B5EF4-FFF2-40B4-BE49-F238E27FC236}">
                <a16:creationId xmlns:a16="http://schemas.microsoft.com/office/drawing/2014/main" id="{D4D36123-678D-4B6C-A648-186F85BE34AE}"/>
              </a:ext>
            </a:extLst>
          </p:cNvPr>
          <p:cNvSpPr>
            <a:spLocks noGrp="1"/>
          </p:cNvSpPr>
          <p:nvPr>
            <p:ph type="subTitle" idx="1" hasCustomPrompt="1"/>
            <p:custDataLst>
              <p:tags r:id="rId4"/>
            </p:custDataLst>
          </p:nvPr>
        </p:nvSpPr>
        <p:spPr>
          <a:xfrm>
            <a:off x="554736" y="644903"/>
            <a:ext cx="6549376" cy="276999"/>
          </a:xfrm>
          <a:prstGeom prst="rect">
            <a:avLst/>
          </a:prstGeom>
        </p:spPr>
        <p:txBody>
          <a:bodyPr vert="horz" wrap="square" lIns="0" tIns="0" rIns="0" bIns="0" rtlCol="0">
            <a:spAutoFit/>
          </a:bodyPr>
          <a:lstStyle>
            <a:lvl1pPr>
              <a:defRPr lang="en-US" sz="1800" b="0" dirty="0">
                <a:solidFill>
                  <a:schemeClr val="accent2"/>
                </a:solidFill>
              </a:defRPr>
            </a:lvl1pPr>
          </a:lstStyle>
          <a:p>
            <a:pPr lvl="0">
              <a:buNone/>
            </a:pPr>
            <a:r>
              <a:rPr lang="en-US" noProof="0"/>
              <a:t>Click to edit the subtitle</a:t>
            </a:r>
          </a:p>
        </p:txBody>
      </p:sp>
      <p:sp>
        <p:nvSpPr>
          <p:cNvPr id="8" name="5. Source" hidden="1">
            <a:extLst>
              <a:ext uri="{FF2B5EF4-FFF2-40B4-BE49-F238E27FC236}">
                <a16:creationId xmlns:a16="http://schemas.microsoft.com/office/drawing/2014/main" id="{9238B1D6-2095-4826-AA45-9A4E6F7D1A16}"/>
              </a:ext>
            </a:extLst>
          </p:cNvPr>
          <p:cNvSpPr txBox="1"/>
          <p:nvPr>
            <p:custDataLst>
              <p:tags r:id="rId5"/>
            </p:custDataLst>
          </p:nvPr>
        </p:nvSpPr>
        <p:spPr>
          <a:xfrm>
            <a:off x="554734" y="6498754"/>
            <a:ext cx="7772400"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r>
              <a:rPr lang="en-US"/>
              <a:t>Source: …</a:t>
            </a:r>
          </a:p>
        </p:txBody>
      </p:sp>
      <p:sp>
        <p:nvSpPr>
          <p:cNvPr id="7" name="Picture Placeholder 13">
            <a:extLst>
              <a:ext uri="{FF2B5EF4-FFF2-40B4-BE49-F238E27FC236}">
                <a16:creationId xmlns:a16="http://schemas.microsoft.com/office/drawing/2014/main" id="{0EBC2073-5ABC-411A-9825-B6F40DFCF5FB}"/>
              </a:ext>
            </a:extLst>
          </p:cNvPr>
          <p:cNvSpPr>
            <a:spLocks noGrp="1"/>
          </p:cNvSpPr>
          <p:nvPr>
            <p:ph type="pic" sz="quarter" idx="10"/>
          </p:nvPr>
        </p:nvSpPr>
        <p:spPr>
          <a:xfrm>
            <a:off x="7223124" y="0"/>
            <a:ext cx="4968876" cy="6858000"/>
          </a:xfrm>
          <a:custGeom>
            <a:avLst/>
            <a:gdLst>
              <a:gd name="connsiteX0" fmla="*/ 4563423 w 4968876"/>
              <a:gd name="connsiteY0" fmla="*/ 205058 h 6858000"/>
              <a:gd name="connsiteX1" fmla="*/ 4339039 w 4968876"/>
              <a:gd name="connsiteY1" fmla="*/ 436971 h 6858000"/>
              <a:gd name="connsiteX2" fmla="*/ 4416767 w 4968876"/>
              <a:gd name="connsiteY2" fmla="*/ 551459 h 6858000"/>
              <a:gd name="connsiteX3" fmla="*/ 4495961 w 4968876"/>
              <a:gd name="connsiteY3" fmla="*/ 552927 h 6858000"/>
              <a:gd name="connsiteX4" fmla="*/ 4528042 w 4968876"/>
              <a:gd name="connsiteY4" fmla="*/ 536965 h 6858000"/>
              <a:gd name="connsiteX5" fmla="*/ 4554424 w 4968876"/>
              <a:gd name="connsiteY5" fmla="*/ 513474 h 6858000"/>
              <a:gd name="connsiteX6" fmla="*/ 4547380 w 4968876"/>
              <a:gd name="connsiteY6" fmla="*/ 536398 h 6858000"/>
              <a:gd name="connsiteX7" fmla="*/ 4482579 w 4968876"/>
              <a:gd name="connsiteY7" fmla="*/ 579359 h 6858000"/>
              <a:gd name="connsiteX8" fmla="*/ 4536878 w 4968876"/>
              <a:gd name="connsiteY8" fmla="*/ 594046 h 6858000"/>
              <a:gd name="connsiteX9" fmla="*/ 4666020 w 4968876"/>
              <a:gd name="connsiteY9" fmla="*/ 551453 h 6858000"/>
              <a:gd name="connsiteX10" fmla="*/ 4601449 w 4968876"/>
              <a:gd name="connsiteY10" fmla="*/ 494172 h 6858000"/>
              <a:gd name="connsiteX11" fmla="*/ 4666020 w 4968876"/>
              <a:gd name="connsiteY11" fmla="*/ 525016 h 6858000"/>
              <a:gd name="connsiteX12" fmla="*/ 4751252 w 4968876"/>
              <a:gd name="connsiteY12" fmla="*/ 467391 h 6858000"/>
              <a:gd name="connsiteX13" fmla="*/ 4758467 w 4968876"/>
              <a:gd name="connsiteY13" fmla="*/ 431058 h 6858000"/>
              <a:gd name="connsiteX14" fmla="*/ 4758475 w 4968876"/>
              <a:gd name="connsiteY14" fmla="*/ 431100 h 6858000"/>
              <a:gd name="connsiteX15" fmla="*/ 4758475 w 4968876"/>
              <a:gd name="connsiteY15" fmla="*/ 431017 h 6858000"/>
              <a:gd name="connsiteX16" fmla="*/ 4758475 w 4968876"/>
              <a:gd name="connsiteY16" fmla="*/ 428164 h 6858000"/>
              <a:gd name="connsiteX17" fmla="*/ 4686614 w 4968876"/>
              <a:gd name="connsiteY17" fmla="*/ 279916 h 6858000"/>
              <a:gd name="connsiteX18" fmla="*/ 4573689 w 4968876"/>
              <a:gd name="connsiteY18" fmla="*/ 209461 h 6858000"/>
              <a:gd name="connsiteX19" fmla="*/ 4563423 w 4968876"/>
              <a:gd name="connsiteY19" fmla="*/ 205058 h 6858000"/>
              <a:gd name="connsiteX20" fmla="*/ 0 w 4968876"/>
              <a:gd name="connsiteY20" fmla="*/ 0 h 6858000"/>
              <a:gd name="connsiteX21" fmla="*/ 4968876 w 4968876"/>
              <a:gd name="connsiteY21" fmla="*/ 0 h 6858000"/>
              <a:gd name="connsiteX22" fmla="*/ 4968876 w 4968876"/>
              <a:gd name="connsiteY22" fmla="*/ 6858000 h 6858000"/>
              <a:gd name="connsiteX23" fmla="*/ 0 w 4968876"/>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968876" h="6858000">
                <a:moveTo>
                  <a:pt x="4563423" y="205058"/>
                </a:moveTo>
                <a:cubicBezTo>
                  <a:pt x="4513560" y="265238"/>
                  <a:pt x="4339039" y="310740"/>
                  <a:pt x="4339039" y="436971"/>
                </a:cubicBezTo>
                <a:cubicBezTo>
                  <a:pt x="4339039" y="486876"/>
                  <a:pt x="4369837" y="533846"/>
                  <a:pt x="4416767" y="551459"/>
                </a:cubicBezTo>
                <a:cubicBezTo>
                  <a:pt x="4443165" y="561734"/>
                  <a:pt x="4469563" y="561734"/>
                  <a:pt x="4495961" y="552927"/>
                </a:cubicBezTo>
                <a:cubicBezTo>
                  <a:pt x="4507694" y="549258"/>
                  <a:pt x="4518326" y="543753"/>
                  <a:pt x="4528042" y="536965"/>
                </a:cubicBezTo>
                <a:lnTo>
                  <a:pt x="4554424" y="513474"/>
                </a:lnTo>
                <a:lnTo>
                  <a:pt x="4547380" y="536398"/>
                </a:lnTo>
                <a:cubicBezTo>
                  <a:pt x="4535685" y="558154"/>
                  <a:pt x="4511196" y="574953"/>
                  <a:pt x="4482579" y="579359"/>
                </a:cubicBezTo>
                <a:cubicBezTo>
                  <a:pt x="4491384" y="588171"/>
                  <a:pt x="4511930" y="594046"/>
                  <a:pt x="4536878" y="594046"/>
                </a:cubicBezTo>
                <a:cubicBezTo>
                  <a:pt x="4582371" y="594046"/>
                  <a:pt x="4638137" y="580827"/>
                  <a:pt x="4666020" y="551453"/>
                </a:cubicBezTo>
                <a:cubicBezTo>
                  <a:pt x="4627865" y="552921"/>
                  <a:pt x="4602917" y="527953"/>
                  <a:pt x="4601449" y="494172"/>
                </a:cubicBezTo>
                <a:cubicBezTo>
                  <a:pt x="4619059" y="516203"/>
                  <a:pt x="4641072" y="525016"/>
                  <a:pt x="4666020" y="525016"/>
                </a:cubicBezTo>
                <a:cubicBezTo>
                  <a:pt x="4704543" y="525016"/>
                  <a:pt x="4737287" y="501057"/>
                  <a:pt x="4751252" y="467391"/>
                </a:cubicBezTo>
                <a:lnTo>
                  <a:pt x="4758467" y="431058"/>
                </a:lnTo>
                <a:lnTo>
                  <a:pt x="4758475" y="431100"/>
                </a:lnTo>
                <a:lnTo>
                  <a:pt x="4758475" y="431017"/>
                </a:lnTo>
                <a:lnTo>
                  <a:pt x="4758475" y="428164"/>
                </a:lnTo>
                <a:cubicBezTo>
                  <a:pt x="4758475" y="369452"/>
                  <a:pt x="4729144" y="319547"/>
                  <a:pt x="4686614" y="279916"/>
                </a:cubicBezTo>
                <a:cubicBezTo>
                  <a:pt x="4654349" y="249092"/>
                  <a:pt x="4614752" y="227075"/>
                  <a:pt x="4573689" y="209461"/>
                </a:cubicBezTo>
                <a:cubicBezTo>
                  <a:pt x="4570755" y="207994"/>
                  <a:pt x="4567822" y="206526"/>
                  <a:pt x="4563423" y="205058"/>
                </a:cubicBezTo>
                <a:close/>
                <a:moveTo>
                  <a:pt x="0" y="0"/>
                </a:moveTo>
                <a:lnTo>
                  <a:pt x="4968876" y="0"/>
                </a:lnTo>
                <a:lnTo>
                  <a:pt x="4968876"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en-US"/>
              <a:t>Click icon to add picture</a:t>
            </a:r>
            <a:endParaRPr lang="en-GB"/>
          </a:p>
        </p:txBody>
      </p:sp>
    </p:spTree>
    <p:extLst>
      <p:ext uri="{BB962C8B-B14F-4D97-AF65-F5344CB8AC3E}">
        <p14:creationId xmlns:p14="http://schemas.microsoft.com/office/powerpoint/2010/main" val="139789035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Default">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D8EFF8A2-0FB9-4B25-8B8D-492353274983}"/>
              </a:ext>
            </a:extLst>
          </p:cNvPr>
          <p:cNvGraphicFramePr>
            <a:graphicFrameLocks noChangeAspect="1"/>
          </p:cNvGraphicFramePr>
          <p:nvPr>
            <p:custDataLst>
              <p:tags r:id="rId1"/>
            </p:custDataLst>
            <p:extLst>
              <p:ext uri="{D42A27DB-BD31-4B8C-83A1-F6EECF244321}">
                <p14:modId xmlns:p14="http://schemas.microsoft.com/office/powerpoint/2010/main" val="50561061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413" imgH="416" progId="TCLayout.ActiveDocument.1">
                  <p:embed/>
                </p:oleObj>
              </mc:Choice>
              <mc:Fallback>
                <p:oleObj name="think-cell Slide" r:id="rId7" imgW="413" imgH="416" progId="TCLayout.ActiveDocument.1">
                  <p:embed/>
                  <p:pic>
                    <p:nvPicPr>
                      <p:cNvPr id="3" name="Object 6" hidden="1">
                        <a:extLst>
                          <a:ext uri="{FF2B5EF4-FFF2-40B4-BE49-F238E27FC236}">
                            <a16:creationId xmlns:a16="http://schemas.microsoft.com/office/drawing/2014/main" id="{D8EFF8A2-0FB9-4B25-8B8D-492353274983}"/>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5" name="Rectangle 1" hidden="1">
            <a:extLst>
              <a:ext uri="{FF2B5EF4-FFF2-40B4-BE49-F238E27FC236}">
                <a16:creationId xmlns:a16="http://schemas.microsoft.com/office/drawing/2014/main" id="{FCC3A0E6-E630-4C26-B008-93BA0B5B1109}"/>
              </a:ext>
            </a:extLst>
          </p:cNvPr>
          <p:cNvSpPr/>
          <p:nvPr>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spcBef>
                <a:spcPts val="300"/>
              </a:spcBef>
              <a:spcAft>
                <a:spcPts val="300"/>
              </a:spcAft>
            </a:pPr>
            <a:endParaRPr lang="en-US"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15" name="2. Slide Title">
            <a:extLst>
              <a:ext uri="{FF2B5EF4-FFF2-40B4-BE49-F238E27FC236}">
                <a16:creationId xmlns:a16="http://schemas.microsoft.com/office/drawing/2014/main" id="{699FD2C4-82B5-475E-9235-DB128978B618}"/>
              </a:ext>
            </a:extLst>
          </p:cNvPr>
          <p:cNvSpPr>
            <a:spLocks noGrp="1"/>
          </p:cNvSpPr>
          <p:nvPr>
            <p:ph type="title"/>
            <p:custDataLst>
              <p:tags r:id="rId3"/>
            </p:custDataLst>
          </p:nvPr>
        </p:nvSpPr>
        <p:spPr>
          <a:xfrm>
            <a:off x="5163248" y="180679"/>
            <a:ext cx="6333352" cy="387798"/>
          </a:xfrm>
        </p:spPr>
        <p:txBody>
          <a:bodyPr vert="horz" wrap="square" lIns="0" tIns="0" rIns="0" bIns="0" rtlCol="0" anchor="t" anchorCtr="0">
            <a:spAutoFit/>
          </a:bodyPr>
          <a:lstStyle>
            <a:lvl1pPr>
              <a:defRPr lang="en-US" sz="2800" dirty="0"/>
            </a:lvl1pPr>
          </a:lstStyle>
          <a:p>
            <a:pPr lvl="0"/>
            <a:r>
              <a:rPr lang="en-US" noProof="0"/>
              <a:t>Click to edit Master title style</a:t>
            </a:r>
          </a:p>
        </p:txBody>
      </p:sp>
      <p:sp>
        <p:nvSpPr>
          <p:cNvPr id="14" name="3. Subtitle">
            <a:extLst>
              <a:ext uri="{FF2B5EF4-FFF2-40B4-BE49-F238E27FC236}">
                <a16:creationId xmlns:a16="http://schemas.microsoft.com/office/drawing/2014/main" id="{D4D36123-678D-4B6C-A648-186F85BE34AE}"/>
              </a:ext>
            </a:extLst>
          </p:cNvPr>
          <p:cNvSpPr>
            <a:spLocks noGrp="1"/>
          </p:cNvSpPr>
          <p:nvPr>
            <p:ph type="subTitle" idx="1" hasCustomPrompt="1"/>
            <p:custDataLst>
              <p:tags r:id="rId4"/>
            </p:custDataLst>
          </p:nvPr>
        </p:nvSpPr>
        <p:spPr>
          <a:xfrm>
            <a:off x="5163248" y="644903"/>
            <a:ext cx="6333352" cy="276999"/>
          </a:xfrm>
          <a:prstGeom prst="rect">
            <a:avLst/>
          </a:prstGeom>
        </p:spPr>
        <p:txBody>
          <a:bodyPr vert="horz" wrap="square" lIns="0" tIns="0" rIns="0" bIns="0" rtlCol="0">
            <a:spAutoFit/>
          </a:bodyPr>
          <a:lstStyle>
            <a:lvl1pPr>
              <a:defRPr lang="en-US" sz="1800" b="0" dirty="0">
                <a:solidFill>
                  <a:schemeClr val="accent2"/>
                </a:solidFill>
              </a:defRPr>
            </a:lvl1pPr>
          </a:lstStyle>
          <a:p>
            <a:pPr lvl="0">
              <a:buNone/>
            </a:pPr>
            <a:r>
              <a:rPr lang="en-US" noProof="0"/>
              <a:t>Click to edit the subtitle</a:t>
            </a:r>
          </a:p>
        </p:txBody>
      </p:sp>
      <p:sp>
        <p:nvSpPr>
          <p:cNvPr id="8" name="5. Source" hidden="1">
            <a:extLst>
              <a:ext uri="{FF2B5EF4-FFF2-40B4-BE49-F238E27FC236}">
                <a16:creationId xmlns:a16="http://schemas.microsoft.com/office/drawing/2014/main" id="{9238B1D6-2095-4826-AA45-9A4E6F7D1A16}"/>
              </a:ext>
            </a:extLst>
          </p:cNvPr>
          <p:cNvSpPr txBox="1"/>
          <p:nvPr>
            <p:custDataLst>
              <p:tags r:id="rId5"/>
            </p:custDataLst>
          </p:nvPr>
        </p:nvSpPr>
        <p:spPr>
          <a:xfrm>
            <a:off x="554734" y="6498754"/>
            <a:ext cx="7772400"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r>
              <a:rPr lang="en-US"/>
              <a:t>Source: …</a:t>
            </a:r>
          </a:p>
        </p:txBody>
      </p:sp>
      <p:sp>
        <p:nvSpPr>
          <p:cNvPr id="7" name="Picture Placeholder 13">
            <a:extLst>
              <a:ext uri="{FF2B5EF4-FFF2-40B4-BE49-F238E27FC236}">
                <a16:creationId xmlns:a16="http://schemas.microsoft.com/office/drawing/2014/main" id="{0EBC2073-5ABC-411A-9825-B6F40DFCF5FB}"/>
              </a:ext>
            </a:extLst>
          </p:cNvPr>
          <p:cNvSpPr>
            <a:spLocks noGrp="1"/>
          </p:cNvSpPr>
          <p:nvPr>
            <p:ph type="pic" sz="quarter" idx="10"/>
          </p:nvPr>
        </p:nvSpPr>
        <p:spPr>
          <a:xfrm>
            <a:off x="0" y="0"/>
            <a:ext cx="4968876" cy="6858000"/>
          </a:xfrm>
          <a:custGeom>
            <a:avLst/>
            <a:gdLst>
              <a:gd name="connsiteX0" fmla="*/ 4563423 w 4968876"/>
              <a:gd name="connsiteY0" fmla="*/ 205058 h 6858000"/>
              <a:gd name="connsiteX1" fmla="*/ 4339039 w 4968876"/>
              <a:gd name="connsiteY1" fmla="*/ 436971 h 6858000"/>
              <a:gd name="connsiteX2" fmla="*/ 4416767 w 4968876"/>
              <a:gd name="connsiteY2" fmla="*/ 551459 h 6858000"/>
              <a:gd name="connsiteX3" fmla="*/ 4495961 w 4968876"/>
              <a:gd name="connsiteY3" fmla="*/ 552927 h 6858000"/>
              <a:gd name="connsiteX4" fmla="*/ 4528042 w 4968876"/>
              <a:gd name="connsiteY4" fmla="*/ 536965 h 6858000"/>
              <a:gd name="connsiteX5" fmla="*/ 4554424 w 4968876"/>
              <a:gd name="connsiteY5" fmla="*/ 513474 h 6858000"/>
              <a:gd name="connsiteX6" fmla="*/ 4547380 w 4968876"/>
              <a:gd name="connsiteY6" fmla="*/ 536398 h 6858000"/>
              <a:gd name="connsiteX7" fmla="*/ 4482579 w 4968876"/>
              <a:gd name="connsiteY7" fmla="*/ 579359 h 6858000"/>
              <a:gd name="connsiteX8" fmla="*/ 4536878 w 4968876"/>
              <a:gd name="connsiteY8" fmla="*/ 594046 h 6858000"/>
              <a:gd name="connsiteX9" fmla="*/ 4666020 w 4968876"/>
              <a:gd name="connsiteY9" fmla="*/ 551453 h 6858000"/>
              <a:gd name="connsiteX10" fmla="*/ 4601449 w 4968876"/>
              <a:gd name="connsiteY10" fmla="*/ 494172 h 6858000"/>
              <a:gd name="connsiteX11" fmla="*/ 4666020 w 4968876"/>
              <a:gd name="connsiteY11" fmla="*/ 525016 h 6858000"/>
              <a:gd name="connsiteX12" fmla="*/ 4751252 w 4968876"/>
              <a:gd name="connsiteY12" fmla="*/ 467391 h 6858000"/>
              <a:gd name="connsiteX13" fmla="*/ 4758467 w 4968876"/>
              <a:gd name="connsiteY13" fmla="*/ 431058 h 6858000"/>
              <a:gd name="connsiteX14" fmla="*/ 4758475 w 4968876"/>
              <a:gd name="connsiteY14" fmla="*/ 431100 h 6858000"/>
              <a:gd name="connsiteX15" fmla="*/ 4758475 w 4968876"/>
              <a:gd name="connsiteY15" fmla="*/ 431017 h 6858000"/>
              <a:gd name="connsiteX16" fmla="*/ 4758475 w 4968876"/>
              <a:gd name="connsiteY16" fmla="*/ 428164 h 6858000"/>
              <a:gd name="connsiteX17" fmla="*/ 4686614 w 4968876"/>
              <a:gd name="connsiteY17" fmla="*/ 279916 h 6858000"/>
              <a:gd name="connsiteX18" fmla="*/ 4573689 w 4968876"/>
              <a:gd name="connsiteY18" fmla="*/ 209461 h 6858000"/>
              <a:gd name="connsiteX19" fmla="*/ 4563423 w 4968876"/>
              <a:gd name="connsiteY19" fmla="*/ 205058 h 6858000"/>
              <a:gd name="connsiteX20" fmla="*/ 0 w 4968876"/>
              <a:gd name="connsiteY20" fmla="*/ 0 h 6858000"/>
              <a:gd name="connsiteX21" fmla="*/ 4968876 w 4968876"/>
              <a:gd name="connsiteY21" fmla="*/ 0 h 6858000"/>
              <a:gd name="connsiteX22" fmla="*/ 4968876 w 4968876"/>
              <a:gd name="connsiteY22" fmla="*/ 6858000 h 6858000"/>
              <a:gd name="connsiteX23" fmla="*/ 0 w 4968876"/>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968876" h="6858000">
                <a:moveTo>
                  <a:pt x="4563423" y="205058"/>
                </a:moveTo>
                <a:cubicBezTo>
                  <a:pt x="4513560" y="265238"/>
                  <a:pt x="4339039" y="310740"/>
                  <a:pt x="4339039" y="436971"/>
                </a:cubicBezTo>
                <a:cubicBezTo>
                  <a:pt x="4339039" y="486876"/>
                  <a:pt x="4369837" y="533846"/>
                  <a:pt x="4416767" y="551459"/>
                </a:cubicBezTo>
                <a:cubicBezTo>
                  <a:pt x="4443165" y="561734"/>
                  <a:pt x="4469563" y="561734"/>
                  <a:pt x="4495961" y="552927"/>
                </a:cubicBezTo>
                <a:cubicBezTo>
                  <a:pt x="4507694" y="549258"/>
                  <a:pt x="4518326" y="543753"/>
                  <a:pt x="4528042" y="536965"/>
                </a:cubicBezTo>
                <a:lnTo>
                  <a:pt x="4554424" y="513474"/>
                </a:lnTo>
                <a:lnTo>
                  <a:pt x="4547380" y="536398"/>
                </a:lnTo>
                <a:cubicBezTo>
                  <a:pt x="4535685" y="558154"/>
                  <a:pt x="4511196" y="574953"/>
                  <a:pt x="4482579" y="579359"/>
                </a:cubicBezTo>
                <a:cubicBezTo>
                  <a:pt x="4491384" y="588171"/>
                  <a:pt x="4511930" y="594046"/>
                  <a:pt x="4536878" y="594046"/>
                </a:cubicBezTo>
                <a:cubicBezTo>
                  <a:pt x="4582371" y="594046"/>
                  <a:pt x="4638137" y="580827"/>
                  <a:pt x="4666020" y="551453"/>
                </a:cubicBezTo>
                <a:cubicBezTo>
                  <a:pt x="4627865" y="552921"/>
                  <a:pt x="4602917" y="527953"/>
                  <a:pt x="4601449" y="494172"/>
                </a:cubicBezTo>
                <a:cubicBezTo>
                  <a:pt x="4619059" y="516203"/>
                  <a:pt x="4641072" y="525016"/>
                  <a:pt x="4666020" y="525016"/>
                </a:cubicBezTo>
                <a:cubicBezTo>
                  <a:pt x="4704543" y="525016"/>
                  <a:pt x="4737287" y="501057"/>
                  <a:pt x="4751252" y="467391"/>
                </a:cubicBezTo>
                <a:lnTo>
                  <a:pt x="4758467" y="431058"/>
                </a:lnTo>
                <a:lnTo>
                  <a:pt x="4758475" y="431100"/>
                </a:lnTo>
                <a:lnTo>
                  <a:pt x="4758475" y="431017"/>
                </a:lnTo>
                <a:lnTo>
                  <a:pt x="4758475" y="428164"/>
                </a:lnTo>
                <a:cubicBezTo>
                  <a:pt x="4758475" y="369452"/>
                  <a:pt x="4729144" y="319547"/>
                  <a:pt x="4686614" y="279916"/>
                </a:cubicBezTo>
                <a:cubicBezTo>
                  <a:pt x="4654349" y="249092"/>
                  <a:pt x="4614752" y="227075"/>
                  <a:pt x="4573689" y="209461"/>
                </a:cubicBezTo>
                <a:cubicBezTo>
                  <a:pt x="4570755" y="207994"/>
                  <a:pt x="4567822" y="206526"/>
                  <a:pt x="4563423" y="205058"/>
                </a:cubicBezTo>
                <a:close/>
                <a:moveTo>
                  <a:pt x="0" y="0"/>
                </a:moveTo>
                <a:lnTo>
                  <a:pt x="4968876" y="0"/>
                </a:lnTo>
                <a:lnTo>
                  <a:pt x="4968876"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en-US"/>
              <a:t>Click icon to add picture</a:t>
            </a:r>
            <a:endParaRPr lang="en-GB"/>
          </a:p>
        </p:txBody>
      </p:sp>
    </p:spTree>
    <p:extLst>
      <p:ext uri="{BB962C8B-B14F-4D97-AF65-F5344CB8AC3E}">
        <p14:creationId xmlns:p14="http://schemas.microsoft.com/office/powerpoint/2010/main" val="243406372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_Content RH image 2">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5C94FEA8-066A-4CC1-BFCC-10ED1764A21E}"/>
              </a:ext>
            </a:extLst>
          </p:cNvPr>
          <p:cNvSpPr>
            <a:spLocks noGrp="1"/>
          </p:cNvSpPr>
          <p:nvPr>
            <p:ph type="pic" sz="quarter" idx="10"/>
          </p:nvPr>
        </p:nvSpPr>
        <p:spPr>
          <a:xfrm>
            <a:off x="0" y="0"/>
            <a:ext cx="4968876" cy="6858000"/>
          </a:xfrm>
          <a:custGeom>
            <a:avLst/>
            <a:gdLst>
              <a:gd name="connsiteX0" fmla="*/ 4563423 w 4968876"/>
              <a:gd name="connsiteY0" fmla="*/ 205058 h 6858000"/>
              <a:gd name="connsiteX1" fmla="*/ 4339039 w 4968876"/>
              <a:gd name="connsiteY1" fmla="*/ 436971 h 6858000"/>
              <a:gd name="connsiteX2" fmla="*/ 4416767 w 4968876"/>
              <a:gd name="connsiteY2" fmla="*/ 551459 h 6858000"/>
              <a:gd name="connsiteX3" fmla="*/ 4495961 w 4968876"/>
              <a:gd name="connsiteY3" fmla="*/ 552927 h 6858000"/>
              <a:gd name="connsiteX4" fmla="*/ 4528042 w 4968876"/>
              <a:gd name="connsiteY4" fmla="*/ 536965 h 6858000"/>
              <a:gd name="connsiteX5" fmla="*/ 4554424 w 4968876"/>
              <a:gd name="connsiteY5" fmla="*/ 513474 h 6858000"/>
              <a:gd name="connsiteX6" fmla="*/ 4547380 w 4968876"/>
              <a:gd name="connsiteY6" fmla="*/ 536398 h 6858000"/>
              <a:gd name="connsiteX7" fmla="*/ 4482579 w 4968876"/>
              <a:gd name="connsiteY7" fmla="*/ 579359 h 6858000"/>
              <a:gd name="connsiteX8" fmla="*/ 4536878 w 4968876"/>
              <a:gd name="connsiteY8" fmla="*/ 594046 h 6858000"/>
              <a:gd name="connsiteX9" fmla="*/ 4666020 w 4968876"/>
              <a:gd name="connsiteY9" fmla="*/ 551453 h 6858000"/>
              <a:gd name="connsiteX10" fmla="*/ 4601449 w 4968876"/>
              <a:gd name="connsiteY10" fmla="*/ 494172 h 6858000"/>
              <a:gd name="connsiteX11" fmla="*/ 4666020 w 4968876"/>
              <a:gd name="connsiteY11" fmla="*/ 525016 h 6858000"/>
              <a:gd name="connsiteX12" fmla="*/ 4751252 w 4968876"/>
              <a:gd name="connsiteY12" fmla="*/ 467391 h 6858000"/>
              <a:gd name="connsiteX13" fmla="*/ 4758467 w 4968876"/>
              <a:gd name="connsiteY13" fmla="*/ 431058 h 6858000"/>
              <a:gd name="connsiteX14" fmla="*/ 4758475 w 4968876"/>
              <a:gd name="connsiteY14" fmla="*/ 431100 h 6858000"/>
              <a:gd name="connsiteX15" fmla="*/ 4758475 w 4968876"/>
              <a:gd name="connsiteY15" fmla="*/ 431017 h 6858000"/>
              <a:gd name="connsiteX16" fmla="*/ 4758475 w 4968876"/>
              <a:gd name="connsiteY16" fmla="*/ 428164 h 6858000"/>
              <a:gd name="connsiteX17" fmla="*/ 4686614 w 4968876"/>
              <a:gd name="connsiteY17" fmla="*/ 279916 h 6858000"/>
              <a:gd name="connsiteX18" fmla="*/ 4573689 w 4968876"/>
              <a:gd name="connsiteY18" fmla="*/ 209461 h 6858000"/>
              <a:gd name="connsiteX19" fmla="*/ 4563423 w 4968876"/>
              <a:gd name="connsiteY19" fmla="*/ 205058 h 6858000"/>
              <a:gd name="connsiteX20" fmla="*/ 0 w 4968876"/>
              <a:gd name="connsiteY20" fmla="*/ 0 h 6858000"/>
              <a:gd name="connsiteX21" fmla="*/ 4968876 w 4968876"/>
              <a:gd name="connsiteY21" fmla="*/ 0 h 6858000"/>
              <a:gd name="connsiteX22" fmla="*/ 4968876 w 4968876"/>
              <a:gd name="connsiteY22" fmla="*/ 6858000 h 6858000"/>
              <a:gd name="connsiteX23" fmla="*/ 0 w 4968876"/>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968876" h="6858000">
                <a:moveTo>
                  <a:pt x="4563423" y="205058"/>
                </a:moveTo>
                <a:cubicBezTo>
                  <a:pt x="4513560" y="265238"/>
                  <a:pt x="4339039" y="310740"/>
                  <a:pt x="4339039" y="436971"/>
                </a:cubicBezTo>
                <a:cubicBezTo>
                  <a:pt x="4339039" y="486876"/>
                  <a:pt x="4369837" y="533846"/>
                  <a:pt x="4416767" y="551459"/>
                </a:cubicBezTo>
                <a:cubicBezTo>
                  <a:pt x="4443165" y="561734"/>
                  <a:pt x="4469563" y="561734"/>
                  <a:pt x="4495961" y="552927"/>
                </a:cubicBezTo>
                <a:cubicBezTo>
                  <a:pt x="4507694" y="549258"/>
                  <a:pt x="4518326" y="543753"/>
                  <a:pt x="4528042" y="536965"/>
                </a:cubicBezTo>
                <a:lnTo>
                  <a:pt x="4554424" y="513474"/>
                </a:lnTo>
                <a:lnTo>
                  <a:pt x="4547380" y="536398"/>
                </a:lnTo>
                <a:cubicBezTo>
                  <a:pt x="4535685" y="558154"/>
                  <a:pt x="4511196" y="574953"/>
                  <a:pt x="4482579" y="579359"/>
                </a:cubicBezTo>
                <a:cubicBezTo>
                  <a:pt x="4491384" y="588171"/>
                  <a:pt x="4511930" y="594046"/>
                  <a:pt x="4536878" y="594046"/>
                </a:cubicBezTo>
                <a:cubicBezTo>
                  <a:pt x="4582371" y="594046"/>
                  <a:pt x="4638137" y="580827"/>
                  <a:pt x="4666020" y="551453"/>
                </a:cubicBezTo>
                <a:cubicBezTo>
                  <a:pt x="4627865" y="552921"/>
                  <a:pt x="4602917" y="527953"/>
                  <a:pt x="4601449" y="494172"/>
                </a:cubicBezTo>
                <a:cubicBezTo>
                  <a:pt x="4619059" y="516203"/>
                  <a:pt x="4641072" y="525016"/>
                  <a:pt x="4666020" y="525016"/>
                </a:cubicBezTo>
                <a:cubicBezTo>
                  <a:pt x="4704543" y="525016"/>
                  <a:pt x="4737287" y="501057"/>
                  <a:pt x="4751252" y="467391"/>
                </a:cubicBezTo>
                <a:lnTo>
                  <a:pt x="4758467" y="431058"/>
                </a:lnTo>
                <a:lnTo>
                  <a:pt x="4758475" y="431100"/>
                </a:lnTo>
                <a:lnTo>
                  <a:pt x="4758475" y="431017"/>
                </a:lnTo>
                <a:lnTo>
                  <a:pt x="4758475" y="428164"/>
                </a:lnTo>
                <a:cubicBezTo>
                  <a:pt x="4758475" y="369452"/>
                  <a:pt x="4729144" y="319547"/>
                  <a:pt x="4686614" y="279916"/>
                </a:cubicBezTo>
                <a:cubicBezTo>
                  <a:pt x="4654349" y="249092"/>
                  <a:pt x="4614752" y="227075"/>
                  <a:pt x="4573689" y="209461"/>
                </a:cubicBezTo>
                <a:cubicBezTo>
                  <a:pt x="4570755" y="207994"/>
                  <a:pt x="4567822" y="206526"/>
                  <a:pt x="4563423" y="205058"/>
                </a:cubicBezTo>
                <a:close/>
                <a:moveTo>
                  <a:pt x="0" y="0"/>
                </a:moveTo>
                <a:lnTo>
                  <a:pt x="4968876" y="0"/>
                </a:lnTo>
                <a:lnTo>
                  <a:pt x="4968876"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en-US"/>
              <a:t>Click icon to add picture</a:t>
            </a:r>
            <a:endParaRPr lang="en-GB"/>
          </a:p>
        </p:txBody>
      </p:sp>
      <p:sp>
        <p:nvSpPr>
          <p:cNvPr id="2" name="Title">
            <a:extLst>
              <a:ext uri="{FF2B5EF4-FFF2-40B4-BE49-F238E27FC236}">
                <a16:creationId xmlns:a16="http://schemas.microsoft.com/office/drawing/2014/main" id="{1B342561-1DD2-4DA7-BA2A-C8E3856FE9BB}"/>
              </a:ext>
            </a:extLst>
          </p:cNvPr>
          <p:cNvSpPr>
            <a:spLocks noGrp="1"/>
          </p:cNvSpPr>
          <p:nvPr>
            <p:ph type="title"/>
          </p:nvPr>
        </p:nvSpPr>
        <p:spPr>
          <a:xfrm>
            <a:off x="5301358" y="1161430"/>
            <a:ext cx="6627290" cy="1115442"/>
          </a:xfrm>
        </p:spPr>
        <p:txBody>
          <a:bodyPr vert="horz" lIns="0" tIns="0" rIns="0" bIns="0" rtlCol="0" anchor="b">
            <a:noAutofit/>
          </a:bodyPr>
          <a:lstStyle>
            <a:lvl1pPr>
              <a:defRPr lang="en-GB" sz="3600">
                <a:solidFill>
                  <a:schemeClr val="tx1"/>
                </a:solidFill>
              </a:defRPr>
            </a:lvl1pPr>
          </a:lstStyle>
          <a:p>
            <a:pPr lvl="0"/>
            <a:r>
              <a:rPr lang="en-US"/>
              <a:t>Click to edit Master title style</a:t>
            </a:r>
            <a:endParaRPr lang="en-GB"/>
          </a:p>
        </p:txBody>
      </p:sp>
      <p:sp>
        <p:nvSpPr>
          <p:cNvPr id="5" name="Text Placeholder 4">
            <a:extLst>
              <a:ext uri="{FF2B5EF4-FFF2-40B4-BE49-F238E27FC236}">
                <a16:creationId xmlns:a16="http://schemas.microsoft.com/office/drawing/2014/main" id="{D410FA47-1FF8-451B-8532-F1B477524FA0}"/>
              </a:ext>
            </a:extLst>
          </p:cNvPr>
          <p:cNvSpPr>
            <a:spLocks noGrp="1"/>
          </p:cNvSpPr>
          <p:nvPr>
            <p:ph type="body" sz="quarter" idx="11"/>
          </p:nvPr>
        </p:nvSpPr>
        <p:spPr>
          <a:xfrm>
            <a:off x="5301357" y="2492374"/>
            <a:ext cx="6627290" cy="27368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970975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userDrawn="1">
  <p:cSld name="Title Slide 4">
    <p:bg>
      <p:bgPr>
        <a:solidFill>
          <a:schemeClr val="accent4"/>
        </a:solidFill>
        <a:effectLst/>
      </p:bgPr>
    </p:bg>
    <p:spTree>
      <p:nvGrpSpPr>
        <p:cNvPr id="1" name=""/>
        <p:cNvGrpSpPr/>
        <p:nvPr/>
      </p:nvGrpSpPr>
      <p:grpSpPr>
        <a:xfrm>
          <a:off x="0" y="0"/>
          <a:ext cx="0" cy="0"/>
          <a:chOff x="0" y="0"/>
          <a:chExt cx="0" cy="0"/>
        </a:xfrm>
      </p:grpSpPr>
      <p:sp>
        <p:nvSpPr>
          <p:cNvPr id="4" name="Subtitle">
            <a:extLst>
              <a:ext uri="{FF2B5EF4-FFF2-40B4-BE49-F238E27FC236}">
                <a16:creationId xmlns:a16="http://schemas.microsoft.com/office/drawing/2014/main" id="{A762397C-7EE3-E752-C3C7-E1EB83F8081E}"/>
              </a:ext>
            </a:extLst>
          </p:cNvPr>
          <p:cNvSpPr>
            <a:spLocks noGrp="1"/>
          </p:cNvSpPr>
          <p:nvPr>
            <p:ph type="subTitle" idx="1"/>
          </p:nvPr>
        </p:nvSpPr>
        <p:spPr>
          <a:xfrm>
            <a:off x="407370" y="3676570"/>
            <a:ext cx="5545138" cy="246221"/>
          </a:xfrm>
          <a:prstGeom prst="rect">
            <a:avLst/>
          </a:prstGeom>
        </p:spPr>
        <p:txBody>
          <a:bodyPr wrap="square" lIns="18000" tIns="0" rIns="0" anchor="b"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5" name="Title">
            <a:extLst>
              <a:ext uri="{FF2B5EF4-FFF2-40B4-BE49-F238E27FC236}">
                <a16:creationId xmlns:a16="http://schemas.microsoft.com/office/drawing/2014/main" id="{EA67FB30-5217-5F8D-B4ED-781E4E0C8973}"/>
              </a:ext>
            </a:extLst>
          </p:cNvPr>
          <p:cNvSpPr>
            <a:spLocks noGrp="1"/>
          </p:cNvSpPr>
          <p:nvPr>
            <p:ph type="ctrTitle"/>
          </p:nvPr>
        </p:nvSpPr>
        <p:spPr>
          <a:xfrm>
            <a:off x="407368" y="1343944"/>
            <a:ext cx="5545139" cy="2326627"/>
          </a:xfrm>
        </p:spPr>
        <p:txBody>
          <a:bodyPr wrap="square" lIns="0" tIns="0" rIns="0" bIns="0" anchor="t" anchorCtr="0">
            <a:noAutofit/>
          </a:bodyPr>
          <a:lstStyle>
            <a:lvl1pPr algn="l">
              <a:lnSpc>
                <a:spcPct val="90000"/>
              </a:lnSpc>
              <a:tabLst>
                <a:tab pos="1258888" algn="l"/>
              </a:tabLst>
              <a:defRPr sz="5400" b="0" cap="none" baseline="0">
                <a:solidFill>
                  <a:schemeClr val="bg1"/>
                </a:solidFill>
                <a:latin typeface="+mj-lt"/>
              </a:defRPr>
            </a:lvl1pPr>
          </a:lstStyle>
          <a:p>
            <a:r>
              <a:rPr lang="en-US"/>
              <a:t>Click to edit Master title style</a:t>
            </a:r>
            <a:endParaRPr lang="en-GB" dirty="0"/>
          </a:p>
        </p:txBody>
      </p:sp>
      <p:sp>
        <p:nvSpPr>
          <p:cNvPr id="20" name="Text Placeholder 8">
            <a:extLst>
              <a:ext uri="{FF2B5EF4-FFF2-40B4-BE49-F238E27FC236}">
                <a16:creationId xmlns:a16="http://schemas.microsoft.com/office/drawing/2014/main" id="{04E8B402-A28C-9742-E11A-B00843CA0EDC}"/>
              </a:ext>
            </a:extLst>
          </p:cNvPr>
          <p:cNvSpPr>
            <a:spLocks noGrp="1"/>
          </p:cNvSpPr>
          <p:nvPr>
            <p:ph type="body" sz="quarter" idx="13" hasCustomPrompt="1"/>
          </p:nvPr>
        </p:nvSpPr>
        <p:spPr>
          <a:xfrm>
            <a:off x="407368" y="1051220"/>
            <a:ext cx="5545139" cy="215444"/>
          </a:xfrm>
        </p:spPr>
        <p:txBody>
          <a:bodyPr vert="horz" wrap="square" lIns="18000" tIns="0" rIns="0" bIns="0" rtlCol="0" anchor="t" anchorCtr="0">
            <a:spAutoFit/>
          </a:bodyPr>
          <a:lstStyle>
            <a:lvl1pPr>
              <a:defRPr lang="en-US" sz="1400" dirty="0">
                <a:solidFill>
                  <a:schemeClr val="bg1"/>
                </a:solidFill>
                <a:latin typeface="Ubuntu Light" panose="020B0304030602030204" pitchFamily="34" charset="0"/>
              </a:defRPr>
            </a:lvl1pPr>
          </a:lstStyle>
          <a:p>
            <a:pPr lvl="0"/>
            <a:r>
              <a:rPr lang="en-US" dirty="0"/>
              <a:t>Optional: Click to insert name</a:t>
            </a:r>
          </a:p>
        </p:txBody>
      </p:sp>
      <p:grpSp>
        <p:nvGrpSpPr>
          <p:cNvPr id="11" name="Group 2">
            <a:extLst>
              <a:ext uri="{FF2B5EF4-FFF2-40B4-BE49-F238E27FC236}">
                <a16:creationId xmlns:a16="http://schemas.microsoft.com/office/drawing/2014/main" id="{B242E001-D9F4-2560-DB75-071A41686F76}"/>
              </a:ext>
            </a:extLst>
          </p:cNvPr>
          <p:cNvGrpSpPr>
            <a:grpSpLocks noChangeAspect="1"/>
          </p:cNvGrpSpPr>
          <p:nvPr userDrawn="1"/>
        </p:nvGrpSpPr>
        <p:grpSpPr>
          <a:xfrm>
            <a:off x="443568" y="6021288"/>
            <a:ext cx="1872000" cy="420870"/>
            <a:chOff x="5094083" y="5360390"/>
            <a:chExt cx="3039349" cy="683316"/>
          </a:xfrm>
        </p:grpSpPr>
        <p:sp>
          <p:nvSpPr>
            <p:cNvPr id="12" name="Freeform: Shape 4">
              <a:extLst>
                <a:ext uri="{FF2B5EF4-FFF2-40B4-BE49-F238E27FC236}">
                  <a16:creationId xmlns:a16="http://schemas.microsoft.com/office/drawing/2014/main" id="{EA7AFA45-4D31-33E6-2A2F-BCAA05222BE0}"/>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dirty="0"/>
            </a:p>
          </p:txBody>
        </p:sp>
        <p:sp>
          <p:nvSpPr>
            <p:cNvPr id="13" name="Freeform: Shape 5">
              <a:extLst>
                <a:ext uri="{FF2B5EF4-FFF2-40B4-BE49-F238E27FC236}">
                  <a16:creationId xmlns:a16="http://schemas.microsoft.com/office/drawing/2014/main" id="{05CFBE72-0371-75B9-898F-07585635B52C}"/>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dirty="0"/>
            </a:p>
          </p:txBody>
        </p:sp>
        <p:sp>
          <p:nvSpPr>
            <p:cNvPr id="14" name="Freeform: Shape 6">
              <a:extLst>
                <a:ext uri="{FF2B5EF4-FFF2-40B4-BE49-F238E27FC236}">
                  <a16:creationId xmlns:a16="http://schemas.microsoft.com/office/drawing/2014/main" id="{2576038A-3386-9D73-0067-BFB5DEACF90C}"/>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dirty="0"/>
            </a:p>
          </p:txBody>
        </p:sp>
        <p:sp>
          <p:nvSpPr>
            <p:cNvPr id="15" name="Freeform: Shape 7">
              <a:extLst>
                <a:ext uri="{FF2B5EF4-FFF2-40B4-BE49-F238E27FC236}">
                  <a16:creationId xmlns:a16="http://schemas.microsoft.com/office/drawing/2014/main" id="{32E84BB6-5500-095D-2587-055D5965FCC3}"/>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dirty="0"/>
            </a:p>
          </p:txBody>
        </p:sp>
        <p:sp>
          <p:nvSpPr>
            <p:cNvPr id="16" name="Freeform: Shape 8">
              <a:extLst>
                <a:ext uri="{FF2B5EF4-FFF2-40B4-BE49-F238E27FC236}">
                  <a16:creationId xmlns:a16="http://schemas.microsoft.com/office/drawing/2014/main" id="{D81C7108-8FFA-272C-E210-714B7C2FDCCB}"/>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dirty="0"/>
            </a:p>
          </p:txBody>
        </p:sp>
      </p:grpSp>
    </p:spTree>
    <p:extLst>
      <p:ext uri="{BB962C8B-B14F-4D97-AF65-F5344CB8AC3E}">
        <p14:creationId xmlns:p14="http://schemas.microsoft.com/office/powerpoint/2010/main" val="725127766"/>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ver">
    <p:bg bwMode="gray">
      <p:bgPr>
        <a:solidFill>
          <a:schemeClr val="tx2"/>
        </a:solidFill>
        <a:effectLst/>
      </p:bgPr>
    </p:bg>
    <p:spTree>
      <p:nvGrpSpPr>
        <p:cNvPr id="1" name=""/>
        <p:cNvGrpSpPr/>
        <p:nvPr/>
      </p:nvGrpSpPr>
      <p:grpSpPr>
        <a:xfrm>
          <a:off x="0" y="0"/>
          <a:ext cx="0" cy="0"/>
          <a:chOff x="0" y="0"/>
          <a:chExt cx="0" cy="0"/>
        </a:xfrm>
      </p:grpSpPr>
      <p:sp>
        <p:nvSpPr>
          <p:cNvPr id="3" name="Sous-titre 2"/>
          <p:cNvSpPr>
            <a:spLocks noGrp="1"/>
          </p:cNvSpPr>
          <p:nvPr>
            <p:ph type="subTitle" idx="1" hasCustomPrompt="1"/>
          </p:nvPr>
        </p:nvSpPr>
        <p:spPr bwMode="gray">
          <a:xfrm>
            <a:off x="478369" y="4169584"/>
            <a:ext cx="11235265" cy="768000"/>
          </a:xfrm>
        </p:spPr>
        <p:txBody>
          <a:bodyPr/>
          <a:lstStyle>
            <a:lvl1pPr marL="0" indent="0" algn="ctr">
              <a:buNone/>
              <a:defRPr sz="2000" b="1">
                <a:solidFill>
                  <a:schemeClr val="bg1"/>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noProof="0"/>
              <a:t>00.00.2017</a:t>
            </a:r>
          </a:p>
        </p:txBody>
      </p:sp>
      <p:sp>
        <p:nvSpPr>
          <p:cNvPr id="4" name="Espace réservé de la date 3"/>
          <p:cNvSpPr>
            <a:spLocks noGrp="1"/>
          </p:cNvSpPr>
          <p:nvPr>
            <p:ph type="dt" sz="half" idx="10"/>
          </p:nvPr>
        </p:nvSpPr>
        <p:spPr bwMode="gray"/>
        <p:txBody>
          <a:bodyPr/>
          <a:lstStyle>
            <a:lvl1pPr>
              <a:defRPr sz="133">
                <a:solidFill>
                  <a:schemeClr val="bg1">
                    <a:alpha val="0"/>
                  </a:schemeClr>
                </a:solidFill>
              </a:defRPr>
            </a:lvl1pPr>
          </a:lstStyle>
          <a:p>
            <a:r>
              <a:rPr lang="fr-FR" noProof="0"/>
              <a:t>Date</a:t>
            </a:r>
            <a:endParaRPr lang="en-US" noProof="0"/>
          </a:p>
        </p:txBody>
      </p:sp>
      <p:sp>
        <p:nvSpPr>
          <p:cNvPr id="5" name="Espace réservé du pied de page 4"/>
          <p:cNvSpPr>
            <a:spLocks noGrp="1"/>
          </p:cNvSpPr>
          <p:nvPr>
            <p:ph type="ftr" sz="quarter" idx="11"/>
          </p:nvPr>
        </p:nvSpPr>
        <p:spPr bwMode="gray">
          <a:xfrm>
            <a:off x="1" y="6405033"/>
            <a:ext cx="478367" cy="452967"/>
          </a:xfrm>
        </p:spPr>
        <p:txBody>
          <a:bodyPr/>
          <a:lstStyle>
            <a:lvl1pPr>
              <a:defRPr sz="133">
                <a:solidFill>
                  <a:schemeClr val="bg1">
                    <a:alpha val="0"/>
                  </a:schemeClr>
                </a:solidFill>
              </a:defRPr>
            </a:lvl1pPr>
          </a:lstStyle>
          <a:p>
            <a:r>
              <a:rPr lang="en-US" noProof="0"/>
              <a:t>Presentation title</a:t>
            </a:r>
          </a:p>
        </p:txBody>
      </p:sp>
      <p:sp>
        <p:nvSpPr>
          <p:cNvPr id="6" name="Espace réservé du numéro de diapositive 5"/>
          <p:cNvSpPr>
            <a:spLocks noGrp="1"/>
          </p:cNvSpPr>
          <p:nvPr>
            <p:ph type="sldNum" sz="quarter" idx="12"/>
          </p:nvPr>
        </p:nvSpPr>
        <p:spPr bwMode="gray">
          <a:xfrm>
            <a:off x="5414" y="6405033"/>
            <a:ext cx="472953" cy="452967"/>
          </a:xfrm>
        </p:spPr>
        <p:txBody>
          <a:bodyPr/>
          <a:lstStyle>
            <a:lvl1pPr>
              <a:defRPr sz="133">
                <a:solidFill>
                  <a:schemeClr val="bg1">
                    <a:alpha val="0"/>
                  </a:schemeClr>
                </a:solidFill>
              </a:defRPr>
            </a:lvl1pPr>
          </a:lstStyle>
          <a:p>
            <a:fld id="{10C140CD-8AED-46FF-A9A2-77308F3F39AE}" type="slidenum">
              <a:rPr lang="en-US" noProof="0" smtClean="0"/>
              <a:pPr/>
              <a:t>‹#›</a:t>
            </a:fld>
            <a:endParaRPr lang="en-US" noProof="0"/>
          </a:p>
        </p:txBody>
      </p:sp>
      <p:pic>
        <p:nvPicPr>
          <p:cNvPr id="10" name="Imag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bwMode="gray">
          <a:xfrm>
            <a:off x="5256000" y="6048789"/>
            <a:ext cx="1680000" cy="378305"/>
          </a:xfrm>
          <a:prstGeom prst="rect">
            <a:avLst/>
          </a:prstGeom>
        </p:spPr>
      </p:pic>
      <p:sp>
        <p:nvSpPr>
          <p:cNvPr id="8" name="Espace réservé du texte 7"/>
          <p:cNvSpPr>
            <a:spLocks noGrp="1"/>
          </p:cNvSpPr>
          <p:nvPr>
            <p:ph type="body" sz="quarter" idx="13" hasCustomPrompt="1"/>
          </p:nvPr>
        </p:nvSpPr>
        <p:spPr>
          <a:xfrm>
            <a:off x="479999" y="537599"/>
            <a:ext cx="11236800" cy="3384000"/>
          </a:xfrm>
        </p:spPr>
        <p:txBody>
          <a:bodyPr anchor="b" anchorCtr="0"/>
          <a:lstStyle>
            <a:lvl1pPr marL="0" indent="0">
              <a:lnSpc>
                <a:spcPct val="95000"/>
              </a:lnSpc>
              <a:buFont typeface="Arial" panose="020B0604020202020204" pitchFamily="34" charset="0"/>
              <a:buNone/>
              <a:defRPr sz="4000">
                <a:solidFill>
                  <a:schemeClr val="bg1"/>
                </a:solidFill>
              </a:defRPr>
            </a:lvl1pPr>
            <a:lvl2pPr marL="0" indent="0">
              <a:lnSpc>
                <a:spcPct val="95000"/>
              </a:lnSpc>
              <a:buNone/>
              <a:defRPr sz="3333">
                <a:solidFill>
                  <a:schemeClr val="bg1"/>
                </a:solidFill>
              </a:defRPr>
            </a:lvl2pPr>
          </a:lstStyle>
          <a:p>
            <a:pPr lvl="0"/>
            <a:r>
              <a:rPr lang="en-US" noProof="0"/>
              <a:t>Title</a:t>
            </a:r>
          </a:p>
          <a:p>
            <a:pPr lvl="1"/>
            <a:r>
              <a:rPr lang="en-US" noProof="0"/>
              <a:t>Subtitle</a:t>
            </a:r>
          </a:p>
        </p:txBody>
      </p:sp>
    </p:spTree>
    <p:extLst>
      <p:ext uri="{BB962C8B-B14F-4D97-AF65-F5344CB8AC3E}">
        <p14:creationId xmlns:p14="http://schemas.microsoft.com/office/powerpoint/2010/main" val="200917376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1_Cover &amp; Visual">
    <p:spTree>
      <p:nvGrpSpPr>
        <p:cNvPr id="1" name=""/>
        <p:cNvGrpSpPr/>
        <p:nvPr/>
      </p:nvGrpSpPr>
      <p:grpSpPr>
        <a:xfrm>
          <a:off x="0" y="0"/>
          <a:ext cx="0" cy="0"/>
          <a:chOff x="0" y="0"/>
          <a:chExt cx="0" cy="0"/>
        </a:xfrm>
      </p:grpSpPr>
      <p:sp>
        <p:nvSpPr>
          <p:cNvPr id="9" name="Espace réservé du texte 8"/>
          <p:cNvSpPr>
            <a:spLocks noGrp="1"/>
          </p:cNvSpPr>
          <p:nvPr>
            <p:ph type="body" sz="quarter" idx="20" hasCustomPrompt="1"/>
          </p:nvPr>
        </p:nvSpPr>
        <p:spPr>
          <a:xfrm>
            <a:off x="0" y="0"/>
            <a:ext cx="12192000" cy="3552000"/>
          </a:xfrm>
          <a:solidFill>
            <a:srgbClr val="FFCD1E"/>
          </a:solidFill>
          <a:ln>
            <a:solidFill>
              <a:schemeClr val="bg1">
                <a:alpha val="0"/>
              </a:schemeClr>
            </a:solidFill>
          </a:ln>
        </p:spPr>
        <p:txBody>
          <a:bodyPr/>
          <a:lstStyle>
            <a:lvl1pPr>
              <a:defRPr sz="133" baseline="0">
                <a:solidFill>
                  <a:schemeClr val="bg1">
                    <a:alpha val="0"/>
                  </a:schemeClr>
                </a:solidFill>
              </a:defRPr>
            </a:lvl1pPr>
          </a:lstStyle>
          <a:p>
            <a:pPr lvl="0"/>
            <a:r>
              <a:rPr lang="en-US" noProof="0"/>
              <a:t> </a:t>
            </a:r>
          </a:p>
        </p:txBody>
      </p:sp>
      <p:sp>
        <p:nvSpPr>
          <p:cNvPr id="19" name="Espace réservé pour une image  4"/>
          <p:cNvSpPr>
            <a:spLocks noGrp="1"/>
          </p:cNvSpPr>
          <p:nvPr>
            <p:ph type="pic" sz="quarter" idx="14" hasCustomPrompt="1"/>
          </p:nvPr>
        </p:nvSpPr>
        <p:spPr bwMode="gray">
          <a:xfrm>
            <a:off x="1487488" y="1273333"/>
            <a:ext cx="1152000" cy="1152000"/>
          </a:xfrm>
        </p:spPr>
        <p:txBody>
          <a:bodyPr anchor="ctr" anchorCtr="0"/>
          <a:lstStyle>
            <a:lvl1pPr>
              <a:defRPr sz="1333"/>
            </a:lvl1pPr>
          </a:lstStyle>
          <a:p>
            <a:r>
              <a:rPr lang="en-US" noProof="0"/>
              <a:t>Select the icon to insert a picture</a:t>
            </a:r>
          </a:p>
        </p:txBody>
      </p:sp>
      <p:sp>
        <p:nvSpPr>
          <p:cNvPr id="20" name="Espace réservé pour une image  4"/>
          <p:cNvSpPr>
            <a:spLocks noGrp="1"/>
          </p:cNvSpPr>
          <p:nvPr>
            <p:ph type="pic" sz="quarter" idx="15" hasCustomPrompt="1"/>
          </p:nvPr>
        </p:nvSpPr>
        <p:spPr bwMode="gray">
          <a:xfrm>
            <a:off x="9495340" y="1273333"/>
            <a:ext cx="1152000" cy="1152000"/>
          </a:xfrm>
        </p:spPr>
        <p:txBody>
          <a:bodyPr anchor="ctr" anchorCtr="0"/>
          <a:lstStyle>
            <a:lvl1pPr>
              <a:defRPr sz="1333"/>
            </a:lvl1pPr>
          </a:lstStyle>
          <a:p>
            <a:r>
              <a:rPr lang="en-US" noProof="0"/>
              <a:t>Select the icon to insert a picture</a:t>
            </a:r>
          </a:p>
        </p:txBody>
      </p:sp>
      <p:sp>
        <p:nvSpPr>
          <p:cNvPr id="21" name="Espace réservé pour une image  4"/>
          <p:cNvSpPr>
            <a:spLocks noGrp="1"/>
          </p:cNvSpPr>
          <p:nvPr>
            <p:ph type="pic" sz="quarter" idx="16" hasCustomPrompt="1"/>
          </p:nvPr>
        </p:nvSpPr>
        <p:spPr bwMode="gray">
          <a:xfrm>
            <a:off x="3089059" y="1273333"/>
            <a:ext cx="1152000" cy="1152000"/>
          </a:xfrm>
        </p:spPr>
        <p:txBody>
          <a:bodyPr anchor="ctr" anchorCtr="0"/>
          <a:lstStyle>
            <a:lvl1pPr>
              <a:defRPr sz="1333"/>
            </a:lvl1pPr>
          </a:lstStyle>
          <a:p>
            <a:r>
              <a:rPr lang="en-US" noProof="0"/>
              <a:t>Select the icon to insert a picture</a:t>
            </a:r>
          </a:p>
        </p:txBody>
      </p:sp>
      <p:sp>
        <p:nvSpPr>
          <p:cNvPr id="22" name="Espace réservé pour une image  4"/>
          <p:cNvSpPr>
            <a:spLocks noGrp="1"/>
          </p:cNvSpPr>
          <p:nvPr>
            <p:ph type="pic" sz="quarter" idx="17" hasCustomPrompt="1"/>
          </p:nvPr>
        </p:nvSpPr>
        <p:spPr bwMode="gray">
          <a:xfrm>
            <a:off x="4690629" y="1273333"/>
            <a:ext cx="1152000" cy="1152000"/>
          </a:xfrm>
        </p:spPr>
        <p:txBody>
          <a:bodyPr anchor="ctr" anchorCtr="0"/>
          <a:lstStyle>
            <a:lvl1pPr>
              <a:defRPr sz="1333"/>
            </a:lvl1pPr>
          </a:lstStyle>
          <a:p>
            <a:r>
              <a:rPr lang="en-US" noProof="0"/>
              <a:t>Select the icon to insert a picture</a:t>
            </a:r>
          </a:p>
        </p:txBody>
      </p:sp>
      <p:sp>
        <p:nvSpPr>
          <p:cNvPr id="23" name="Espace réservé pour une image  4"/>
          <p:cNvSpPr>
            <a:spLocks noGrp="1"/>
          </p:cNvSpPr>
          <p:nvPr>
            <p:ph type="pic" sz="quarter" idx="18" hasCustomPrompt="1"/>
          </p:nvPr>
        </p:nvSpPr>
        <p:spPr bwMode="gray">
          <a:xfrm>
            <a:off x="6292200" y="1273333"/>
            <a:ext cx="1152000" cy="1152000"/>
          </a:xfrm>
        </p:spPr>
        <p:txBody>
          <a:bodyPr anchor="ctr" anchorCtr="0"/>
          <a:lstStyle>
            <a:lvl1pPr>
              <a:defRPr sz="1333"/>
            </a:lvl1pPr>
          </a:lstStyle>
          <a:p>
            <a:r>
              <a:rPr lang="en-US" noProof="0"/>
              <a:t>Select the icon to insert a picture</a:t>
            </a:r>
          </a:p>
        </p:txBody>
      </p:sp>
      <p:sp>
        <p:nvSpPr>
          <p:cNvPr id="24" name="Espace réservé pour une image  4"/>
          <p:cNvSpPr>
            <a:spLocks noGrp="1"/>
          </p:cNvSpPr>
          <p:nvPr>
            <p:ph type="pic" sz="quarter" idx="19" hasCustomPrompt="1"/>
          </p:nvPr>
        </p:nvSpPr>
        <p:spPr bwMode="gray">
          <a:xfrm>
            <a:off x="7893771" y="1273333"/>
            <a:ext cx="1152000" cy="1152000"/>
          </a:xfrm>
        </p:spPr>
        <p:txBody>
          <a:bodyPr anchor="ctr" anchorCtr="0"/>
          <a:lstStyle>
            <a:lvl1pPr>
              <a:defRPr sz="1333"/>
            </a:lvl1pPr>
          </a:lstStyle>
          <a:p>
            <a:r>
              <a:rPr lang="en-US" noProof="0"/>
              <a:t>Select the icon to insert a picture</a:t>
            </a:r>
          </a:p>
        </p:txBody>
      </p:sp>
      <p:sp>
        <p:nvSpPr>
          <p:cNvPr id="3" name="Sous-titre 2"/>
          <p:cNvSpPr>
            <a:spLocks noGrp="1"/>
          </p:cNvSpPr>
          <p:nvPr>
            <p:ph type="subTitle" idx="1" hasCustomPrompt="1"/>
          </p:nvPr>
        </p:nvSpPr>
        <p:spPr bwMode="gray">
          <a:xfrm>
            <a:off x="478368" y="5360638"/>
            <a:ext cx="11235265" cy="612645"/>
          </a:xfrm>
        </p:spPr>
        <p:txBody>
          <a:bodyPr/>
          <a:lstStyle>
            <a:lvl1pPr marL="0" indent="0" algn="ctr">
              <a:buNone/>
              <a:defRPr sz="1467" b="1">
                <a:solidFill>
                  <a:schemeClr val="accent4"/>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noProof="0"/>
              <a:t>00.00.2017</a:t>
            </a:r>
          </a:p>
        </p:txBody>
      </p:sp>
      <p:sp>
        <p:nvSpPr>
          <p:cNvPr id="4" name="Espace réservé de la date 3"/>
          <p:cNvSpPr>
            <a:spLocks noGrp="1"/>
          </p:cNvSpPr>
          <p:nvPr>
            <p:ph type="dt" sz="half" idx="10"/>
          </p:nvPr>
        </p:nvSpPr>
        <p:spPr bwMode="gray"/>
        <p:txBody>
          <a:bodyPr/>
          <a:lstStyle>
            <a:lvl1pPr>
              <a:defRPr sz="133">
                <a:solidFill>
                  <a:schemeClr val="bg1">
                    <a:alpha val="0"/>
                  </a:schemeClr>
                </a:solidFill>
              </a:defRPr>
            </a:lvl1pPr>
          </a:lstStyle>
          <a:p>
            <a:r>
              <a:rPr lang="en-US" noProof="0"/>
              <a:t>Date</a:t>
            </a:r>
          </a:p>
        </p:txBody>
      </p:sp>
      <p:sp>
        <p:nvSpPr>
          <p:cNvPr id="5" name="Espace réservé du pied de page 4"/>
          <p:cNvSpPr>
            <a:spLocks noGrp="1"/>
          </p:cNvSpPr>
          <p:nvPr>
            <p:ph type="ftr" sz="quarter" idx="11"/>
          </p:nvPr>
        </p:nvSpPr>
        <p:spPr bwMode="gray">
          <a:xfrm>
            <a:off x="1" y="6405033"/>
            <a:ext cx="478367" cy="452967"/>
          </a:xfrm>
        </p:spPr>
        <p:txBody>
          <a:bodyPr/>
          <a:lstStyle>
            <a:lvl1pPr>
              <a:defRPr sz="133">
                <a:solidFill>
                  <a:schemeClr val="bg1">
                    <a:alpha val="0"/>
                  </a:schemeClr>
                </a:solidFill>
              </a:defRPr>
            </a:lvl1pPr>
          </a:lstStyle>
          <a:p>
            <a:r>
              <a:rPr lang="en-US" noProof="0"/>
              <a:t>Presentation title</a:t>
            </a:r>
          </a:p>
        </p:txBody>
      </p:sp>
      <p:sp>
        <p:nvSpPr>
          <p:cNvPr id="6" name="Espace réservé du numéro de diapositive 5"/>
          <p:cNvSpPr>
            <a:spLocks noGrp="1"/>
          </p:cNvSpPr>
          <p:nvPr>
            <p:ph type="sldNum" sz="quarter" idx="12"/>
          </p:nvPr>
        </p:nvSpPr>
        <p:spPr bwMode="gray">
          <a:xfrm>
            <a:off x="5414" y="6405033"/>
            <a:ext cx="472953" cy="452967"/>
          </a:xfrm>
        </p:spPr>
        <p:txBody>
          <a:bodyPr/>
          <a:lstStyle>
            <a:lvl1pPr>
              <a:defRPr sz="133">
                <a:solidFill>
                  <a:schemeClr val="bg1">
                    <a:alpha val="0"/>
                  </a:schemeClr>
                </a:solidFill>
              </a:defRPr>
            </a:lvl1pPr>
          </a:lstStyle>
          <a:p>
            <a:fld id="{10C140CD-8AED-46FF-A9A2-77308F3F39AE}" type="slidenum">
              <a:rPr lang="en-US" noProof="0" smtClean="0"/>
              <a:pPr/>
              <a:t>‹#›</a:t>
            </a:fld>
            <a:endParaRPr lang="en-US" noProof="0"/>
          </a:p>
        </p:txBody>
      </p:sp>
      <p:pic>
        <p:nvPicPr>
          <p:cNvPr id="425" name="Image 42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bwMode="gray">
          <a:xfrm>
            <a:off x="5256000" y="6048788"/>
            <a:ext cx="1680000" cy="378304"/>
          </a:xfrm>
          <a:prstGeom prst="rect">
            <a:avLst/>
          </a:prstGeom>
        </p:spPr>
      </p:pic>
      <p:sp>
        <p:nvSpPr>
          <p:cNvPr id="8" name="Espace réservé du texte 7"/>
          <p:cNvSpPr>
            <a:spLocks noGrp="1"/>
          </p:cNvSpPr>
          <p:nvPr>
            <p:ph type="body" sz="quarter" idx="21" hasCustomPrompt="1"/>
          </p:nvPr>
        </p:nvSpPr>
        <p:spPr>
          <a:xfrm>
            <a:off x="480000" y="3571200"/>
            <a:ext cx="11236800" cy="1579200"/>
          </a:xfrm>
        </p:spPr>
        <p:txBody>
          <a:bodyPr anchor="b" anchorCtr="0"/>
          <a:lstStyle>
            <a:lvl1pPr marL="0" indent="0">
              <a:lnSpc>
                <a:spcPct val="95000"/>
              </a:lnSpc>
              <a:buFont typeface="Arial" panose="020B0604020202020204" pitchFamily="34" charset="0"/>
              <a:buNone/>
              <a:defRPr sz="2893"/>
            </a:lvl1pPr>
            <a:lvl2pPr marL="0" indent="0">
              <a:lnSpc>
                <a:spcPct val="95000"/>
              </a:lnSpc>
              <a:buNone/>
              <a:defRPr sz="2133"/>
            </a:lvl2pPr>
          </a:lstStyle>
          <a:p>
            <a:pPr lvl="0"/>
            <a:r>
              <a:rPr lang="en-US" noProof="0"/>
              <a:t>Title</a:t>
            </a:r>
          </a:p>
          <a:p>
            <a:pPr lvl="1"/>
            <a:r>
              <a:rPr lang="en-US" noProof="0"/>
              <a:t>Subtitle</a:t>
            </a:r>
          </a:p>
        </p:txBody>
      </p:sp>
    </p:spTree>
    <p:extLst>
      <p:ext uri="{BB962C8B-B14F-4D97-AF65-F5344CB8AC3E}">
        <p14:creationId xmlns:p14="http://schemas.microsoft.com/office/powerpoint/2010/main" val="270949345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Cover &amp; Visual">
    <p:spTree>
      <p:nvGrpSpPr>
        <p:cNvPr id="1" name=""/>
        <p:cNvGrpSpPr/>
        <p:nvPr/>
      </p:nvGrpSpPr>
      <p:grpSpPr>
        <a:xfrm>
          <a:off x="0" y="0"/>
          <a:ext cx="0" cy="0"/>
          <a:chOff x="0" y="0"/>
          <a:chExt cx="0" cy="0"/>
        </a:xfrm>
      </p:grpSpPr>
      <p:sp>
        <p:nvSpPr>
          <p:cNvPr id="3" name="Sous-titre 2"/>
          <p:cNvSpPr>
            <a:spLocks noGrp="1"/>
          </p:cNvSpPr>
          <p:nvPr>
            <p:ph type="subTitle" idx="1" hasCustomPrompt="1"/>
          </p:nvPr>
        </p:nvSpPr>
        <p:spPr bwMode="gray">
          <a:xfrm>
            <a:off x="478368" y="5360638"/>
            <a:ext cx="11235265" cy="612645"/>
          </a:xfrm>
        </p:spPr>
        <p:txBody>
          <a:bodyPr/>
          <a:lstStyle>
            <a:lvl1pPr marL="0" indent="0" algn="ctr">
              <a:buNone/>
              <a:defRPr sz="1467" b="1">
                <a:solidFill>
                  <a:schemeClr val="accent4"/>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noProof="0"/>
              <a:t>00.00.2017</a:t>
            </a:r>
          </a:p>
        </p:txBody>
      </p:sp>
      <p:sp>
        <p:nvSpPr>
          <p:cNvPr id="4" name="Espace réservé de la date 3"/>
          <p:cNvSpPr>
            <a:spLocks noGrp="1"/>
          </p:cNvSpPr>
          <p:nvPr>
            <p:ph type="dt" sz="half" idx="10"/>
          </p:nvPr>
        </p:nvSpPr>
        <p:spPr bwMode="gray"/>
        <p:txBody>
          <a:bodyPr/>
          <a:lstStyle>
            <a:lvl1pPr>
              <a:defRPr sz="133">
                <a:solidFill>
                  <a:schemeClr val="bg1">
                    <a:alpha val="0"/>
                  </a:schemeClr>
                </a:solidFill>
              </a:defRPr>
            </a:lvl1pPr>
          </a:lstStyle>
          <a:p>
            <a:r>
              <a:rPr lang="fr-FR" noProof="0"/>
              <a:t>Date</a:t>
            </a:r>
            <a:endParaRPr lang="en-US" noProof="0"/>
          </a:p>
        </p:txBody>
      </p:sp>
      <p:sp>
        <p:nvSpPr>
          <p:cNvPr id="5" name="Espace réservé du pied de page 4"/>
          <p:cNvSpPr>
            <a:spLocks noGrp="1"/>
          </p:cNvSpPr>
          <p:nvPr>
            <p:ph type="ftr" sz="quarter" idx="11"/>
          </p:nvPr>
        </p:nvSpPr>
        <p:spPr bwMode="gray">
          <a:xfrm>
            <a:off x="1" y="6405033"/>
            <a:ext cx="478367" cy="452967"/>
          </a:xfrm>
        </p:spPr>
        <p:txBody>
          <a:bodyPr/>
          <a:lstStyle>
            <a:lvl1pPr>
              <a:defRPr sz="133">
                <a:solidFill>
                  <a:schemeClr val="bg1">
                    <a:alpha val="0"/>
                  </a:schemeClr>
                </a:solidFill>
              </a:defRPr>
            </a:lvl1pPr>
          </a:lstStyle>
          <a:p>
            <a:r>
              <a:rPr lang="en-US" noProof="0"/>
              <a:t>Presentation title</a:t>
            </a:r>
          </a:p>
        </p:txBody>
      </p:sp>
      <p:sp>
        <p:nvSpPr>
          <p:cNvPr id="6" name="Espace réservé du numéro de diapositive 5"/>
          <p:cNvSpPr>
            <a:spLocks noGrp="1"/>
          </p:cNvSpPr>
          <p:nvPr>
            <p:ph type="sldNum" sz="quarter" idx="12"/>
          </p:nvPr>
        </p:nvSpPr>
        <p:spPr bwMode="gray">
          <a:xfrm>
            <a:off x="5414" y="6405033"/>
            <a:ext cx="472953" cy="452967"/>
          </a:xfrm>
        </p:spPr>
        <p:txBody>
          <a:bodyPr/>
          <a:lstStyle>
            <a:lvl1pPr>
              <a:defRPr sz="133">
                <a:solidFill>
                  <a:schemeClr val="bg1">
                    <a:alpha val="0"/>
                  </a:schemeClr>
                </a:solidFill>
              </a:defRPr>
            </a:lvl1pPr>
          </a:lstStyle>
          <a:p>
            <a:fld id="{10C140CD-8AED-46FF-A9A2-77308F3F39AE}" type="slidenum">
              <a:rPr lang="en-US" noProof="0" smtClean="0"/>
              <a:pPr/>
              <a:t>‹#›</a:t>
            </a:fld>
            <a:endParaRPr lang="en-US" noProof="0"/>
          </a:p>
        </p:txBody>
      </p:sp>
      <p:sp>
        <p:nvSpPr>
          <p:cNvPr id="9" name="Espace réservé pour une image  11"/>
          <p:cNvSpPr>
            <a:spLocks noGrp="1"/>
          </p:cNvSpPr>
          <p:nvPr>
            <p:ph type="pic" sz="quarter" idx="14" hasCustomPrompt="1"/>
          </p:nvPr>
        </p:nvSpPr>
        <p:spPr bwMode="gray">
          <a:xfrm>
            <a:off x="0" y="0"/>
            <a:ext cx="12192000" cy="3552000"/>
          </a:xfrm>
          <a:solidFill>
            <a:srgbClr val="EAEAEA"/>
          </a:solidFill>
        </p:spPr>
        <p:txBody>
          <a:bodyPr tIns="540000" anchor="ctr" anchorCtr="0"/>
          <a:lstStyle>
            <a:lvl1pPr>
              <a:defRPr sz="1333"/>
            </a:lvl1pPr>
          </a:lstStyle>
          <a:p>
            <a:r>
              <a:rPr lang="en-US" noProof="0"/>
              <a:t>Select the icon to insert a picture</a:t>
            </a:r>
          </a:p>
        </p:txBody>
      </p:sp>
      <p:pic>
        <p:nvPicPr>
          <p:cNvPr id="8" name="Imag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bwMode="gray">
          <a:xfrm>
            <a:off x="5256000" y="6048788"/>
            <a:ext cx="1680000" cy="378304"/>
          </a:xfrm>
          <a:prstGeom prst="rect">
            <a:avLst/>
          </a:prstGeom>
        </p:spPr>
      </p:pic>
      <p:sp>
        <p:nvSpPr>
          <p:cNvPr id="10" name="Espace réservé du texte 7"/>
          <p:cNvSpPr>
            <a:spLocks noGrp="1"/>
          </p:cNvSpPr>
          <p:nvPr>
            <p:ph type="body" sz="quarter" idx="21" hasCustomPrompt="1"/>
          </p:nvPr>
        </p:nvSpPr>
        <p:spPr>
          <a:xfrm>
            <a:off x="480000" y="3571200"/>
            <a:ext cx="11236800" cy="1579200"/>
          </a:xfrm>
        </p:spPr>
        <p:txBody>
          <a:bodyPr anchor="b" anchorCtr="0"/>
          <a:lstStyle>
            <a:lvl1pPr marL="0" indent="0">
              <a:lnSpc>
                <a:spcPct val="95000"/>
              </a:lnSpc>
              <a:buFont typeface="Arial" panose="020B0604020202020204" pitchFamily="34" charset="0"/>
              <a:buNone/>
              <a:defRPr sz="2893"/>
            </a:lvl1pPr>
            <a:lvl2pPr marL="0" indent="0">
              <a:lnSpc>
                <a:spcPct val="95000"/>
              </a:lnSpc>
              <a:buNone/>
              <a:defRPr sz="2133"/>
            </a:lvl2pPr>
          </a:lstStyle>
          <a:p>
            <a:pPr lvl="0"/>
            <a:r>
              <a:rPr lang="en-US" noProof="0"/>
              <a:t>Title</a:t>
            </a:r>
          </a:p>
          <a:p>
            <a:pPr lvl="1"/>
            <a:r>
              <a:rPr lang="en-US" noProof="0"/>
              <a:t>Subtitle</a:t>
            </a:r>
          </a:p>
        </p:txBody>
      </p:sp>
    </p:spTree>
    <p:extLst>
      <p:ext uri="{BB962C8B-B14F-4D97-AF65-F5344CB8AC3E}">
        <p14:creationId xmlns:p14="http://schemas.microsoft.com/office/powerpoint/2010/main" val="89074376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1" name="Espace réservé de la date 10"/>
          <p:cNvSpPr>
            <a:spLocks noGrp="1"/>
          </p:cNvSpPr>
          <p:nvPr>
            <p:ph type="dt" sz="half" idx="10"/>
          </p:nvPr>
        </p:nvSpPr>
        <p:spPr bwMode="gray"/>
        <p:txBody>
          <a:bodyPr/>
          <a:lstStyle/>
          <a:p>
            <a:r>
              <a:rPr lang="fr-FR" noProof="0"/>
              <a:t>Date</a:t>
            </a:r>
            <a:endParaRPr lang="en-US" noProof="0"/>
          </a:p>
        </p:txBody>
      </p:sp>
      <p:sp>
        <p:nvSpPr>
          <p:cNvPr id="12" name="Espace réservé du numéro de diapositive 11"/>
          <p:cNvSpPr>
            <a:spLocks noGrp="1"/>
          </p:cNvSpPr>
          <p:nvPr>
            <p:ph type="sldNum" sz="quarter" idx="11"/>
          </p:nvPr>
        </p:nvSpPr>
        <p:spPr bwMode="gray"/>
        <p:txBody>
          <a:bodyPr/>
          <a:lstStyle/>
          <a:p>
            <a:fld id="{733122C9-A0B9-462F-8757-0847AD287B63}" type="slidenum">
              <a:rPr lang="en-US" noProof="0" smtClean="0"/>
              <a:pPr/>
              <a:t>‹#›</a:t>
            </a:fld>
            <a:endParaRPr lang="en-US" noProof="0"/>
          </a:p>
        </p:txBody>
      </p:sp>
      <p:sp>
        <p:nvSpPr>
          <p:cNvPr id="13" name="Espace réservé du pied de page 12"/>
          <p:cNvSpPr>
            <a:spLocks noGrp="1"/>
          </p:cNvSpPr>
          <p:nvPr>
            <p:ph type="ftr" sz="quarter" idx="12"/>
          </p:nvPr>
        </p:nvSpPr>
        <p:spPr bwMode="gray"/>
        <p:txBody>
          <a:bodyPr/>
          <a:lstStyle/>
          <a:p>
            <a:r>
              <a:rPr lang="en-US" noProof="0"/>
              <a:t>Presentation title</a:t>
            </a:r>
          </a:p>
        </p:txBody>
      </p:sp>
      <p:sp>
        <p:nvSpPr>
          <p:cNvPr id="4" name="Titre 3"/>
          <p:cNvSpPr>
            <a:spLocks noGrp="1"/>
          </p:cNvSpPr>
          <p:nvPr>
            <p:ph type="title" hasCustomPrompt="1"/>
          </p:nvPr>
        </p:nvSpPr>
        <p:spPr bwMode="gray"/>
        <p:txBody>
          <a:bodyPr/>
          <a:lstStyle>
            <a:lvl1pPr algn="l">
              <a:defRPr sz="4000" b="0">
                <a:solidFill>
                  <a:schemeClr val="accent4"/>
                </a:solidFill>
              </a:defRPr>
            </a:lvl1pPr>
          </a:lstStyle>
          <a:p>
            <a:r>
              <a:rPr lang="en-US" noProof="0"/>
              <a:t>Title</a:t>
            </a:r>
          </a:p>
        </p:txBody>
      </p:sp>
      <p:sp>
        <p:nvSpPr>
          <p:cNvPr id="5" name="Espace réservé du texte 4"/>
          <p:cNvSpPr>
            <a:spLocks noGrp="1"/>
          </p:cNvSpPr>
          <p:nvPr>
            <p:ph type="body" sz="quarter" idx="13" hasCustomPrompt="1"/>
          </p:nvPr>
        </p:nvSpPr>
        <p:spPr bwMode="gray">
          <a:xfrm>
            <a:off x="911424" y="1796819"/>
            <a:ext cx="576000" cy="576000"/>
          </a:xfrm>
        </p:spPr>
        <p:txBody>
          <a:bodyPr/>
          <a:lstStyle>
            <a:lvl1pPr algn="r">
              <a:defRPr sz="2667" b="1">
                <a:solidFill>
                  <a:schemeClr val="tx2"/>
                </a:solidFill>
              </a:defRPr>
            </a:lvl1pPr>
            <a:lvl2pPr algn="l">
              <a:defRPr/>
            </a:lvl2pPr>
          </a:lstStyle>
          <a:p>
            <a:pPr lvl="0"/>
            <a:r>
              <a:rPr lang="en-US" noProof="0"/>
              <a:t>00</a:t>
            </a:r>
          </a:p>
        </p:txBody>
      </p:sp>
      <p:sp>
        <p:nvSpPr>
          <p:cNvPr id="8" name="Espace réservé du texte 7"/>
          <p:cNvSpPr>
            <a:spLocks noGrp="1"/>
          </p:cNvSpPr>
          <p:nvPr>
            <p:ph type="body" sz="quarter" idx="14" hasCustomPrompt="1"/>
          </p:nvPr>
        </p:nvSpPr>
        <p:spPr bwMode="gray">
          <a:xfrm>
            <a:off x="1555702" y="1940761"/>
            <a:ext cx="10156921" cy="432123"/>
          </a:xfrm>
        </p:spPr>
        <p:txBody>
          <a:bodyPr/>
          <a:lstStyle>
            <a:lvl1pPr algn="l">
              <a:defRPr>
                <a:solidFill>
                  <a:schemeClr val="accent4"/>
                </a:solidFill>
              </a:defRPr>
            </a:lvl1pPr>
          </a:lstStyle>
          <a:p>
            <a:pPr lvl="0"/>
            <a:r>
              <a:rPr lang="en-US" noProof="0"/>
              <a:t>Text</a:t>
            </a:r>
          </a:p>
        </p:txBody>
      </p:sp>
      <p:sp>
        <p:nvSpPr>
          <p:cNvPr id="9" name="Espace réservé du texte 4"/>
          <p:cNvSpPr>
            <a:spLocks noGrp="1"/>
          </p:cNvSpPr>
          <p:nvPr>
            <p:ph type="body" sz="quarter" idx="15" hasCustomPrompt="1"/>
          </p:nvPr>
        </p:nvSpPr>
        <p:spPr bwMode="gray">
          <a:xfrm>
            <a:off x="911424" y="2478495"/>
            <a:ext cx="576000" cy="576000"/>
          </a:xfrm>
        </p:spPr>
        <p:txBody>
          <a:bodyPr/>
          <a:lstStyle>
            <a:lvl1pPr algn="r">
              <a:defRPr sz="2667" b="1">
                <a:solidFill>
                  <a:schemeClr val="tx2"/>
                </a:solidFill>
              </a:defRPr>
            </a:lvl1pPr>
            <a:lvl2pPr algn="l">
              <a:defRPr/>
            </a:lvl2pPr>
          </a:lstStyle>
          <a:p>
            <a:pPr lvl="0"/>
            <a:r>
              <a:rPr lang="en-US" noProof="0"/>
              <a:t>00</a:t>
            </a:r>
          </a:p>
        </p:txBody>
      </p:sp>
      <p:sp>
        <p:nvSpPr>
          <p:cNvPr id="10" name="Espace réservé du texte 7"/>
          <p:cNvSpPr>
            <a:spLocks noGrp="1"/>
          </p:cNvSpPr>
          <p:nvPr>
            <p:ph type="body" sz="quarter" idx="16" hasCustomPrompt="1"/>
          </p:nvPr>
        </p:nvSpPr>
        <p:spPr bwMode="gray">
          <a:xfrm>
            <a:off x="1555702" y="2622437"/>
            <a:ext cx="10156921" cy="432123"/>
          </a:xfrm>
        </p:spPr>
        <p:txBody>
          <a:bodyPr/>
          <a:lstStyle>
            <a:lvl1pPr algn="l">
              <a:defRPr>
                <a:solidFill>
                  <a:schemeClr val="accent4"/>
                </a:solidFill>
              </a:defRPr>
            </a:lvl1pPr>
          </a:lstStyle>
          <a:p>
            <a:pPr lvl="0"/>
            <a:r>
              <a:rPr lang="en-US" noProof="0"/>
              <a:t>Text</a:t>
            </a:r>
          </a:p>
        </p:txBody>
      </p:sp>
      <p:sp>
        <p:nvSpPr>
          <p:cNvPr id="14" name="Espace réservé du texte 4"/>
          <p:cNvSpPr>
            <a:spLocks noGrp="1"/>
          </p:cNvSpPr>
          <p:nvPr>
            <p:ph type="body" sz="quarter" idx="17" hasCustomPrompt="1"/>
          </p:nvPr>
        </p:nvSpPr>
        <p:spPr bwMode="gray">
          <a:xfrm>
            <a:off x="911424" y="3160171"/>
            <a:ext cx="576000" cy="576000"/>
          </a:xfrm>
        </p:spPr>
        <p:txBody>
          <a:bodyPr/>
          <a:lstStyle>
            <a:lvl1pPr algn="r">
              <a:defRPr sz="2667" b="1">
                <a:solidFill>
                  <a:schemeClr val="tx2"/>
                </a:solidFill>
              </a:defRPr>
            </a:lvl1pPr>
            <a:lvl2pPr algn="l">
              <a:defRPr/>
            </a:lvl2pPr>
          </a:lstStyle>
          <a:p>
            <a:pPr lvl="0"/>
            <a:r>
              <a:rPr lang="en-US" noProof="0"/>
              <a:t>00</a:t>
            </a:r>
          </a:p>
        </p:txBody>
      </p:sp>
      <p:sp>
        <p:nvSpPr>
          <p:cNvPr id="15" name="Espace réservé du texte 7"/>
          <p:cNvSpPr>
            <a:spLocks noGrp="1"/>
          </p:cNvSpPr>
          <p:nvPr>
            <p:ph type="body" sz="quarter" idx="18" hasCustomPrompt="1"/>
          </p:nvPr>
        </p:nvSpPr>
        <p:spPr bwMode="gray">
          <a:xfrm>
            <a:off x="1555702" y="3304113"/>
            <a:ext cx="10156921" cy="432123"/>
          </a:xfrm>
        </p:spPr>
        <p:txBody>
          <a:bodyPr/>
          <a:lstStyle>
            <a:lvl1pPr algn="l">
              <a:defRPr>
                <a:solidFill>
                  <a:schemeClr val="accent4"/>
                </a:solidFill>
              </a:defRPr>
            </a:lvl1pPr>
          </a:lstStyle>
          <a:p>
            <a:pPr lvl="0"/>
            <a:r>
              <a:rPr lang="en-US" noProof="0"/>
              <a:t>Text</a:t>
            </a:r>
          </a:p>
        </p:txBody>
      </p:sp>
      <p:sp>
        <p:nvSpPr>
          <p:cNvPr id="16" name="Espace réservé du texte 4"/>
          <p:cNvSpPr>
            <a:spLocks noGrp="1"/>
          </p:cNvSpPr>
          <p:nvPr>
            <p:ph type="body" sz="quarter" idx="19" hasCustomPrompt="1"/>
          </p:nvPr>
        </p:nvSpPr>
        <p:spPr bwMode="gray">
          <a:xfrm>
            <a:off x="911424" y="3841847"/>
            <a:ext cx="576000" cy="576000"/>
          </a:xfrm>
        </p:spPr>
        <p:txBody>
          <a:bodyPr/>
          <a:lstStyle>
            <a:lvl1pPr algn="r">
              <a:defRPr sz="2667" b="1">
                <a:solidFill>
                  <a:schemeClr val="tx2"/>
                </a:solidFill>
              </a:defRPr>
            </a:lvl1pPr>
            <a:lvl2pPr algn="l">
              <a:defRPr/>
            </a:lvl2pPr>
          </a:lstStyle>
          <a:p>
            <a:pPr lvl="0"/>
            <a:r>
              <a:rPr lang="en-US" noProof="0"/>
              <a:t>00</a:t>
            </a:r>
          </a:p>
        </p:txBody>
      </p:sp>
      <p:sp>
        <p:nvSpPr>
          <p:cNvPr id="17" name="Espace réservé du texte 7"/>
          <p:cNvSpPr>
            <a:spLocks noGrp="1"/>
          </p:cNvSpPr>
          <p:nvPr>
            <p:ph type="body" sz="quarter" idx="20" hasCustomPrompt="1"/>
          </p:nvPr>
        </p:nvSpPr>
        <p:spPr bwMode="gray">
          <a:xfrm>
            <a:off x="1555702" y="3985789"/>
            <a:ext cx="10156921" cy="432123"/>
          </a:xfrm>
        </p:spPr>
        <p:txBody>
          <a:bodyPr/>
          <a:lstStyle>
            <a:lvl1pPr algn="l">
              <a:defRPr>
                <a:solidFill>
                  <a:schemeClr val="accent4"/>
                </a:solidFill>
              </a:defRPr>
            </a:lvl1pPr>
          </a:lstStyle>
          <a:p>
            <a:pPr lvl="0"/>
            <a:r>
              <a:rPr lang="en-US" noProof="0"/>
              <a:t>Text</a:t>
            </a:r>
          </a:p>
        </p:txBody>
      </p:sp>
      <p:sp>
        <p:nvSpPr>
          <p:cNvPr id="18" name="Espace réservé du texte 4"/>
          <p:cNvSpPr>
            <a:spLocks noGrp="1"/>
          </p:cNvSpPr>
          <p:nvPr>
            <p:ph type="body" sz="quarter" idx="21" hasCustomPrompt="1"/>
          </p:nvPr>
        </p:nvSpPr>
        <p:spPr bwMode="gray">
          <a:xfrm>
            <a:off x="911424" y="4523523"/>
            <a:ext cx="576000" cy="576000"/>
          </a:xfrm>
        </p:spPr>
        <p:txBody>
          <a:bodyPr/>
          <a:lstStyle>
            <a:lvl1pPr algn="r">
              <a:defRPr sz="2667" b="1">
                <a:solidFill>
                  <a:schemeClr val="tx2"/>
                </a:solidFill>
              </a:defRPr>
            </a:lvl1pPr>
            <a:lvl2pPr algn="l">
              <a:defRPr/>
            </a:lvl2pPr>
          </a:lstStyle>
          <a:p>
            <a:pPr lvl="0"/>
            <a:r>
              <a:rPr lang="en-US" noProof="0"/>
              <a:t>00</a:t>
            </a:r>
          </a:p>
        </p:txBody>
      </p:sp>
      <p:sp>
        <p:nvSpPr>
          <p:cNvPr id="19" name="Espace réservé du texte 7"/>
          <p:cNvSpPr>
            <a:spLocks noGrp="1"/>
          </p:cNvSpPr>
          <p:nvPr>
            <p:ph type="body" sz="quarter" idx="22" hasCustomPrompt="1"/>
          </p:nvPr>
        </p:nvSpPr>
        <p:spPr bwMode="gray">
          <a:xfrm>
            <a:off x="1555702" y="4667465"/>
            <a:ext cx="10156921" cy="432123"/>
          </a:xfrm>
        </p:spPr>
        <p:txBody>
          <a:bodyPr/>
          <a:lstStyle>
            <a:lvl1pPr algn="l">
              <a:defRPr>
                <a:solidFill>
                  <a:schemeClr val="accent4"/>
                </a:solidFill>
              </a:defRPr>
            </a:lvl1pPr>
          </a:lstStyle>
          <a:p>
            <a:pPr lvl="0"/>
            <a:r>
              <a:rPr lang="en-US" noProof="0"/>
              <a:t>Text</a:t>
            </a:r>
          </a:p>
        </p:txBody>
      </p:sp>
      <p:sp>
        <p:nvSpPr>
          <p:cNvPr id="20" name="Espace réservé du texte 4"/>
          <p:cNvSpPr>
            <a:spLocks noGrp="1"/>
          </p:cNvSpPr>
          <p:nvPr>
            <p:ph type="body" sz="quarter" idx="23" hasCustomPrompt="1"/>
          </p:nvPr>
        </p:nvSpPr>
        <p:spPr bwMode="gray">
          <a:xfrm>
            <a:off x="911424" y="5205197"/>
            <a:ext cx="576000" cy="576000"/>
          </a:xfrm>
        </p:spPr>
        <p:txBody>
          <a:bodyPr/>
          <a:lstStyle>
            <a:lvl1pPr algn="r">
              <a:defRPr sz="2667" b="1">
                <a:solidFill>
                  <a:schemeClr val="tx2"/>
                </a:solidFill>
              </a:defRPr>
            </a:lvl1pPr>
            <a:lvl2pPr algn="l">
              <a:defRPr/>
            </a:lvl2pPr>
          </a:lstStyle>
          <a:p>
            <a:pPr lvl="0"/>
            <a:r>
              <a:rPr lang="en-US" noProof="0"/>
              <a:t>00</a:t>
            </a:r>
          </a:p>
        </p:txBody>
      </p:sp>
      <p:sp>
        <p:nvSpPr>
          <p:cNvPr id="21" name="Espace réservé du texte 7"/>
          <p:cNvSpPr>
            <a:spLocks noGrp="1"/>
          </p:cNvSpPr>
          <p:nvPr>
            <p:ph type="body" sz="quarter" idx="24" hasCustomPrompt="1"/>
          </p:nvPr>
        </p:nvSpPr>
        <p:spPr bwMode="gray">
          <a:xfrm>
            <a:off x="1555702" y="5349140"/>
            <a:ext cx="10156921" cy="432123"/>
          </a:xfrm>
        </p:spPr>
        <p:txBody>
          <a:bodyPr/>
          <a:lstStyle>
            <a:lvl1pPr algn="l">
              <a:defRPr>
                <a:solidFill>
                  <a:schemeClr val="accent4"/>
                </a:solidFill>
              </a:defRPr>
            </a:lvl1pPr>
          </a:lstStyle>
          <a:p>
            <a:pPr lvl="0"/>
            <a:r>
              <a:rPr lang="en-US" noProof="0"/>
              <a:t>Text</a:t>
            </a:r>
          </a:p>
        </p:txBody>
      </p:sp>
    </p:spTree>
    <p:extLst>
      <p:ext uri="{BB962C8B-B14F-4D97-AF65-F5344CB8AC3E}">
        <p14:creationId xmlns:p14="http://schemas.microsoft.com/office/powerpoint/2010/main" val="135406001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Agenda 3 columns">
    <p:spTree>
      <p:nvGrpSpPr>
        <p:cNvPr id="1" name=""/>
        <p:cNvGrpSpPr/>
        <p:nvPr/>
      </p:nvGrpSpPr>
      <p:grpSpPr>
        <a:xfrm>
          <a:off x="0" y="0"/>
          <a:ext cx="0" cy="0"/>
          <a:chOff x="0" y="0"/>
          <a:chExt cx="0" cy="0"/>
        </a:xfrm>
      </p:grpSpPr>
      <p:sp>
        <p:nvSpPr>
          <p:cNvPr id="11" name="Espace réservé de la date 10"/>
          <p:cNvSpPr>
            <a:spLocks noGrp="1"/>
          </p:cNvSpPr>
          <p:nvPr>
            <p:ph type="dt" sz="half" idx="10"/>
          </p:nvPr>
        </p:nvSpPr>
        <p:spPr bwMode="gray"/>
        <p:txBody>
          <a:bodyPr/>
          <a:lstStyle/>
          <a:p>
            <a:r>
              <a:rPr lang="fr-FR" noProof="0"/>
              <a:t>Date</a:t>
            </a:r>
            <a:endParaRPr lang="en-US" noProof="0"/>
          </a:p>
        </p:txBody>
      </p:sp>
      <p:sp>
        <p:nvSpPr>
          <p:cNvPr id="12" name="Espace réservé du numéro de diapositive 11"/>
          <p:cNvSpPr>
            <a:spLocks noGrp="1"/>
          </p:cNvSpPr>
          <p:nvPr>
            <p:ph type="sldNum" sz="quarter" idx="11"/>
          </p:nvPr>
        </p:nvSpPr>
        <p:spPr bwMode="gray"/>
        <p:txBody>
          <a:bodyPr/>
          <a:lstStyle/>
          <a:p>
            <a:fld id="{733122C9-A0B9-462F-8757-0847AD287B63}" type="slidenum">
              <a:rPr lang="en-US" noProof="0" smtClean="0"/>
              <a:pPr/>
              <a:t>‹#›</a:t>
            </a:fld>
            <a:endParaRPr lang="en-US" noProof="0"/>
          </a:p>
        </p:txBody>
      </p:sp>
      <p:sp>
        <p:nvSpPr>
          <p:cNvPr id="13" name="Espace réservé du pied de page 12"/>
          <p:cNvSpPr>
            <a:spLocks noGrp="1"/>
          </p:cNvSpPr>
          <p:nvPr>
            <p:ph type="ftr" sz="quarter" idx="12"/>
          </p:nvPr>
        </p:nvSpPr>
        <p:spPr bwMode="gray"/>
        <p:txBody>
          <a:bodyPr/>
          <a:lstStyle/>
          <a:p>
            <a:r>
              <a:rPr lang="en-US" noProof="0"/>
              <a:t>Presentation title</a:t>
            </a:r>
          </a:p>
        </p:txBody>
      </p:sp>
      <p:sp>
        <p:nvSpPr>
          <p:cNvPr id="4" name="Titre 3"/>
          <p:cNvSpPr>
            <a:spLocks noGrp="1"/>
          </p:cNvSpPr>
          <p:nvPr>
            <p:ph type="title" hasCustomPrompt="1"/>
          </p:nvPr>
        </p:nvSpPr>
        <p:spPr bwMode="gray"/>
        <p:txBody>
          <a:bodyPr/>
          <a:lstStyle>
            <a:lvl1pPr algn="l">
              <a:defRPr sz="4000" b="0">
                <a:solidFill>
                  <a:schemeClr val="accent4"/>
                </a:solidFill>
              </a:defRPr>
            </a:lvl1pPr>
          </a:lstStyle>
          <a:p>
            <a:r>
              <a:rPr lang="en-US" noProof="0"/>
              <a:t>Title</a:t>
            </a:r>
          </a:p>
        </p:txBody>
      </p:sp>
      <p:sp>
        <p:nvSpPr>
          <p:cNvPr id="5" name="Espace réservé du texte 4"/>
          <p:cNvSpPr>
            <a:spLocks noGrp="1"/>
          </p:cNvSpPr>
          <p:nvPr>
            <p:ph type="body" sz="quarter" idx="13" hasCustomPrompt="1"/>
          </p:nvPr>
        </p:nvSpPr>
        <p:spPr bwMode="gray">
          <a:xfrm>
            <a:off x="911488" y="2276947"/>
            <a:ext cx="576000" cy="576000"/>
          </a:xfrm>
        </p:spPr>
        <p:txBody>
          <a:bodyPr/>
          <a:lstStyle>
            <a:lvl1pPr algn="r">
              <a:defRPr sz="2667" b="1">
                <a:solidFill>
                  <a:schemeClr val="tx2"/>
                </a:solidFill>
              </a:defRPr>
            </a:lvl1pPr>
            <a:lvl2pPr algn="l">
              <a:defRPr/>
            </a:lvl2pPr>
          </a:lstStyle>
          <a:p>
            <a:pPr lvl="0"/>
            <a:r>
              <a:rPr lang="en-US" noProof="0"/>
              <a:t>00</a:t>
            </a:r>
          </a:p>
        </p:txBody>
      </p:sp>
      <p:sp>
        <p:nvSpPr>
          <p:cNvPr id="8" name="Espace réservé du texte 7"/>
          <p:cNvSpPr>
            <a:spLocks noGrp="1"/>
          </p:cNvSpPr>
          <p:nvPr>
            <p:ph type="body" sz="quarter" idx="14" hasCustomPrompt="1"/>
          </p:nvPr>
        </p:nvSpPr>
        <p:spPr bwMode="gray">
          <a:xfrm>
            <a:off x="1555767" y="2420889"/>
            <a:ext cx="2880000" cy="673100"/>
          </a:xfrm>
        </p:spPr>
        <p:txBody>
          <a:bodyPr/>
          <a:lstStyle>
            <a:lvl1pPr algn="l">
              <a:defRPr>
                <a:solidFill>
                  <a:schemeClr val="accent4"/>
                </a:solidFill>
              </a:defRPr>
            </a:lvl1pPr>
          </a:lstStyle>
          <a:p>
            <a:pPr lvl="0"/>
            <a:r>
              <a:rPr lang="en-US" noProof="0"/>
              <a:t>Text</a:t>
            </a:r>
          </a:p>
        </p:txBody>
      </p:sp>
      <p:sp>
        <p:nvSpPr>
          <p:cNvPr id="9" name="Espace réservé du texte 4"/>
          <p:cNvSpPr>
            <a:spLocks noGrp="1"/>
          </p:cNvSpPr>
          <p:nvPr>
            <p:ph type="body" sz="quarter" idx="15" hasCustomPrompt="1"/>
          </p:nvPr>
        </p:nvSpPr>
        <p:spPr bwMode="gray">
          <a:xfrm>
            <a:off x="911488" y="3155365"/>
            <a:ext cx="576000" cy="576000"/>
          </a:xfrm>
        </p:spPr>
        <p:txBody>
          <a:bodyPr/>
          <a:lstStyle>
            <a:lvl1pPr algn="r">
              <a:defRPr sz="2667" b="1">
                <a:solidFill>
                  <a:schemeClr val="tx2"/>
                </a:solidFill>
              </a:defRPr>
            </a:lvl1pPr>
            <a:lvl2pPr algn="l">
              <a:defRPr/>
            </a:lvl2pPr>
          </a:lstStyle>
          <a:p>
            <a:pPr lvl="0"/>
            <a:r>
              <a:rPr lang="en-US" noProof="0"/>
              <a:t>00</a:t>
            </a:r>
          </a:p>
        </p:txBody>
      </p:sp>
      <p:sp>
        <p:nvSpPr>
          <p:cNvPr id="10" name="Espace réservé du texte 7"/>
          <p:cNvSpPr>
            <a:spLocks noGrp="1"/>
          </p:cNvSpPr>
          <p:nvPr>
            <p:ph type="body" sz="quarter" idx="16" hasCustomPrompt="1"/>
          </p:nvPr>
        </p:nvSpPr>
        <p:spPr bwMode="gray">
          <a:xfrm>
            <a:off x="1555767" y="3299307"/>
            <a:ext cx="2880000" cy="673100"/>
          </a:xfrm>
        </p:spPr>
        <p:txBody>
          <a:bodyPr/>
          <a:lstStyle>
            <a:lvl1pPr algn="l">
              <a:defRPr>
                <a:solidFill>
                  <a:schemeClr val="accent4"/>
                </a:solidFill>
              </a:defRPr>
            </a:lvl1pPr>
          </a:lstStyle>
          <a:p>
            <a:pPr lvl="0"/>
            <a:r>
              <a:rPr lang="en-US" noProof="0"/>
              <a:t>Text</a:t>
            </a:r>
          </a:p>
        </p:txBody>
      </p:sp>
      <p:sp>
        <p:nvSpPr>
          <p:cNvPr id="14" name="Espace réservé du texte 4"/>
          <p:cNvSpPr>
            <a:spLocks noGrp="1"/>
          </p:cNvSpPr>
          <p:nvPr>
            <p:ph type="body" sz="quarter" idx="17" hasCustomPrompt="1"/>
          </p:nvPr>
        </p:nvSpPr>
        <p:spPr bwMode="gray">
          <a:xfrm>
            <a:off x="911488" y="4033785"/>
            <a:ext cx="576000" cy="576000"/>
          </a:xfrm>
        </p:spPr>
        <p:txBody>
          <a:bodyPr/>
          <a:lstStyle>
            <a:lvl1pPr algn="r">
              <a:defRPr sz="2667" b="1">
                <a:solidFill>
                  <a:schemeClr val="tx2"/>
                </a:solidFill>
              </a:defRPr>
            </a:lvl1pPr>
            <a:lvl2pPr algn="l">
              <a:defRPr/>
            </a:lvl2pPr>
          </a:lstStyle>
          <a:p>
            <a:pPr lvl="0"/>
            <a:r>
              <a:rPr lang="en-US" noProof="0"/>
              <a:t>00</a:t>
            </a:r>
          </a:p>
        </p:txBody>
      </p:sp>
      <p:sp>
        <p:nvSpPr>
          <p:cNvPr id="15" name="Espace réservé du texte 7"/>
          <p:cNvSpPr>
            <a:spLocks noGrp="1"/>
          </p:cNvSpPr>
          <p:nvPr>
            <p:ph type="body" sz="quarter" idx="18" hasCustomPrompt="1"/>
          </p:nvPr>
        </p:nvSpPr>
        <p:spPr bwMode="gray">
          <a:xfrm>
            <a:off x="1555767" y="4177727"/>
            <a:ext cx="2880000" cy="673100"/>
          </a:xfrm>
        </p:spPr>
        <p:txBody>
          <a:bodyPr/>
          <a:lstStyle>
            <a:lvl1pPr algn="l">
              <a:defRPr>
                <a:solidFill>
                  <a:schemeClr val="accent4"/>
                </a:solidFill>
              </a:defRPr>
            </a:lvl1pPr>
          </a:lstStyle>
          <a:p>
            <a:pPr lvl="0"/>
            <a:r>
              <a:rPr lang="en-US" noProof="0"/>
              <a:t>Text</a:t>
            </a:r>
          </a:p>
        </p:txBody>
      </p:sp>
      <p:sp>
        <p:nvSpPr>
          <p:cNvPr id="16" name="Espace réservé du texte 4"/>
          <p:cNvSpPr>
            <a:spLocks noGrp="1"/>
          </p:cNvSpPr>
          <p:nvPr>
            <p:ph type="body" sz="quarter" idx="19" hasCustomPrompt="1"/>
          </p:nvPr>
        </p:nvSpPr>
        <p:spPr bwMode="gray">
          <a:xfrm>
            <a:off x="4530773" y="2276947"/>
            <a:ext cx="576000" cy="576000"/>
          </a:xfrm>
        </p:spPr>
        <p:txBody>
          <a:bodyPr/>
          <a:lstStyle>
            <a:lvl1pPr algn="r">
              <a:defRPr sz="2667" b="1">
                <a:solidFill>
                  <a:schemeClr val="tx2"/>
                </a:solidFill>
              </a:defRPr>
            </a:lvl1pPr>
            <a:lvl2pPr algn="l">
              <a:defRPr/>
            </a:lvl2pPr>
          </a:lstStyle>
          <a:p>
            <a:pPr lvl="0"/>
            <a:r>
              <a:rPr lang="en-US" noProof="0"/>
              <a:t>00</a:t>
            </a:r>
          </a:p>
        </p:txBody>
      </p:sp>
      <p:sp>
        <p:nvSpPr>
          <p:cNvPr id="17" name="Espace réservé du texte 7"/>
          <p:cNvSpPr>
            <a:spLocks noGrp="1"/>
          </p:cNvSpPr>
          <p:nvPr>
            <p:ph type="body" sz="quarter" idx="20" hasCustomPrompt="1"/>
          </p:nvPr>
        </p:nvSpPr>
        <p:spPr bwMode="gray">
          <a:xfrm>
            <a:off x="5175052" y="2420889"/>
            <a:ext cx="2880000" cy="673100"/>
          </a:xfrm>
        </p:spPr>
        <p:txBody>
          <a:bodyPr/>
          <a:lstStyle>
            <a:lvl1pPr algn="l">
              <a:defRPr>
                <a:solidFill>
                  <a:schemeClr val="accent4"/>
                </a:solidFill>
              </a:defRPr>
            </a:lvl1pPr>
          </a:lstStyle>
          <a:p>
            <a:pPr lvl="0"/>
            <a:r>
              <a:rPr lang="en-US" noProof="0"/>
              <a:t>Text</a:t>
            </a:r>
          </a:p>
        </p:txBody>
      </p:sp>
      <p:sp>
        <p:nvSpPr>
          <p:cNvPr id="18" name="Espace réservé du texte 4"/>
          <p:cNvSpPr>
            <a:spLocks noGrp="1"/>
          </p:cNvSpPr>
          <p:nvPr>
            <p:ph type="body" sz="quarter" idx="21" hasCustomPrompt="1"/>
          </p:nvPr>
        </p:nvSpPr>
        <p:spPr bwMode="gray">
          <a:xfrm>
            <a:off x="4530773" y="3155365"/>
            <a:ext cx="576000" cy="576000"/>
          </a:xfrm>
        </p:spPr>
        <p:txBody>
          <a:bodyPr/>
          <a:lstStyle>
            <a:lvl1pPr algn="r">
              <a:defRPr sz="2667" b="1">
                <a:solidFill>
                  <a:schemeClr val="tx2"/>
                </a:solidFill>
              </a:defRPr>
            </a:lvl1pPr>
            <a:lvl2pPr algn="l">
              <a:defRPr/>
            </a:lvl2pPr>
          </a:lstStyle>
          <a:p>
            <a:pPr lvl="0"/>
            <a:r>
              <a:rPr lang="en-US" noProof="0"/>
              <a:t>00</a:t>
            </a:r>
          </a:p>
        </p:txBody>
      </p:sp>
      <p:sp>
        <p:nvSpPr>
          <p:cNvPr id="19" name="Espace réservé du texte 7"/>
          <p:cNvSpPr>
            <a:spLocks noGrp="1"/>
          </p:cNvSpPr>
          <p:nvPr>
            <p:ph type="body" sz="quarter" idx="22" hasCustomPrompt="1"/>
          </p:nvPr>
        </p:nvSpPr>
        <p:spPr bwMode="gray">
          <a:xfrm>
            <a:off x="5175052" y="3299307"/>
            <a:ext cx="2880000" cy="673100"/>
          </a:xfrm>
        </p:spPr>
        <p:txBody>
          <a:bodyPr/>
          <a:lstStyle>
            <a:lvl1pPr algn="l">
              <a:defRPr>
                <a:solidFill>
                  <a:schemeClr val="accent4"/>
                </a:solidFill>
              </a:defRPr>
            </a:lvl1pPr>
          </a:lstStyle>
          <a:p>
            <a:pPr lvl="0"/>
            <a:r>
              <a:rPr lang="en-US" noProof="0"/>
              <a:t>Text</a:t>
            </a:r>
          </a:p>
        </p:txBody>
      </p:sp>
      <p:sp>
        <p:nvSpPr>
          <p:cNvPr id="20" name="Espace réservé du texte 4"/>
          <p:cNvSpPr>
            <a:spLocks noGrp="1"/>
          </p:cNvSpPr>
          <p:nvPr>
            <p:ph type="body" sz="quarter" idx="23" hasCustomPrompt="1"/>
          </p:nvPr>
        </p:nvSpPr>
        <p:spPr bwMode="gray">
          <a:xfrm>
            <a:off x="4530773" y="4033785"/>
            <a:ext cx="576000" cy="576000"/>
          </a:xfrm>
        </p:spPr>
        <p:txBody>
          <a:bodyPr/>
          <a:lstStyle>
            <a:lvl1pPr algn="r">
              <a:defRPr sz="2667" b="1">
                <a:solidFill>
                  <a:schemeClr val="tx2"/>
                </a:solidFill>
              </a:defRPr>
            </a:lvl1pPr>
            <a:lvl2pPr algn="l">
              <a:defRPr/>
            </a:lvl2pPr>
          </a:lstStyle>
          <a:p>
            <a:pPr lvl="0"/>
            <a:r>
              <a:rPr lang="en-US" noProof="0"/>
              <a:t>00</a:t>
            </a:r>
          </a:p>
        </p:txBody>
      </p:sp>
      <p:sp>
        <p:nvSpPr>
          <p:cNvPr id="21" name="Espace réservé du texte 7"/>
          <p:cNvSpPr>
            <a:spLocks noGrp="1"/>
          </p:cNvSpPr>
          <p:nvPr>
            <p:ph type="body" sz="quarter" idx="24" hasCustomPrompt="1"/>
          </p:nvPr>
        </p:nvSpPr>
        <p:spPr bwMode="gray">
          <a:xfrm>
            <a:off x="5175052" y="4177727"/>
            <a:ext cx="2880000" cy="673100"/>
          </a:xfrm>
        </p:spPr>
        <p:txBody>
          <a:bodyPr/>
          <a:lstStyle>
            <a:lvl1pPr algn="l">
              <a:defRPr>
                <a:solidFill>
                  <a:schemeClr val="accent4"/>
                </a:solidFill>
              </a:defRPr>
            </a:lvl1pPr>
          </a:lstStyle>
          <a:p>
            <a:pPr lvl="0"/>
            <a:r>
              <a:rPr lang="en-US" noProof="0"/>
              <a:t>Text</a:t>
            </a:r>
          </a:p>
        </p:txBody>
      </p:sp>
      <p:sp>
        <p:nvSpPr>
          <p:cNvPr id="22" name="Espace réservé du texte 4"/>
          <p:cNvSpPr>
            <a:spLocks noGrp="1"/>
          </p:cNvSpPr>
          <p:nvPr>
            <p:ph type="body" sz="quarter" idx="25" hasCustomPrompt="1"/>
          </p:nvPr>
        </p:nvSpPr>
        <p:spPr bwMode="gray">
          <a:xfrm>
            <a:off x="8180735" y="2276947"/>
            <a:ext cx="576000" cy="576000"/>
          </a:xfrm>
        </p:spPr>
        <p:txBody>
          <a:bodyPr/>
          <a:lstStyle>
            <a:lvl1pPr algn="r">
              <a:defRPr sz="2667" b="1">
                <a:solidFill>
                  <a:schemeClr val="tx2"/>
                </a:solidFill>
              </a:defRPr>
            </a:lvl1pPr>
            <a:lvl2pPr algn="l">
              <a:defRPr/>
            </a:lvl2pPr>
          </a:lstStyle>
          <a:p>
            <a:pPr lvl="0"/>
            <a:r>
              <a:rPr lang="en-US" noProof="0"/>
              <a:t>00</a:t>
            </a:r>
          </a:p>
        </p:txBody>
      </p:sp>
      <p:sp>
        <p:nvSpPr>
          <p:cNvPr id="23" name="Espace réservé du texte 7"/>
          <p:cNvSpPr>
            <a:spLocks noGrp="1"/>
          </p:cNvSpPr>
          <p:nvPr>
            <p:ph type="body" sz="quarter" idx="26" hasCustomPrompt="1"/>
          </p:nvPr>
        </p:nvSpPr>
        <p:spPr bwMode="gray">
          <a:xfrm>
            <a:off x="8825013" y="2420889"/>
            <a:ext cx="2880000" cy="673100"/>
          </a:xfrm>
        </p:spPr>
        <p:txBody>
          <a:bodyPr/>
          <a:lstStyle>
            <a:lvl1pPr algn="l">
              <a:defRPr>
                <a:solidFill>
                  <a:schemeClr val="accent4"/>
                </a:solidFill>
              </a:defRPr>
            </a:lvl1pPr>
          </a:lstStyle>
          <a:p>
            <a:pPr lvl="0"/>
            <a:r>
              <a:rPr lang="en-US" noProof="0"/>
              <a:t>Text</a:t>
            </a:r>
          </a:p>
        </p:txBody>
      </p:sp>
      <p:sp>
        <p:nvSpPr>
          <p:cNvPr id="24" name="Espace réservé du texte 4"/>
          <p:cNvSpPr>
            <a:spLocks noGrp="1"/>
          </p:cNvSpPr>
          <p:nvPr>
            <p:ph type="body" sz="quarter" idx="27" hasCustomPrompt="1"/>
          </p:nvPr>
        </p:nvSpPr>
        <p:spPr bwMode="gray">
          <a:xfrm>
            <a:off x="8180735" y="3155365"/>
            <a:ext cx="576000" cy="576000"/>
          </a:xfrm>
        </p:spPr>
        <p:txBody>
          <a:bodyPr/>
          <a:lstStyle>
            <a:lvl1pPr algn="r">
              <a:defRPr sz="2667" b="1">
                <a:solidFill>
                  <a:schemeClr val="tx2"/>
                </a:solidFill>
              </a:defRPr>
            </a:lvl1pPr>
            <a:lvl2pPr algn="l">
              <a:defRPr/>
            </a:lvl2pPr>
          </a:lstStyle>
          <a:p>
            <a:pPr lvl="0"/>
            <a:r>
              <a:rPr lang="en-US" noProof="0"/>
              <a:t>00</a:t>
            </a:r>
          </a:p>
        </p:txBody>
      </p:sp>
      <p:sp>
        <p:nvSpPr>
          <p:cNvPr id="25" name="Espace réservé du texte 7"/>
          <p:cNvSpPr>
            <a:spLocks noGrp="1"/>
          </p:cNvSpPr>
          <p:nvPr>
            <p:ph type="body" sz="quarter" idx="28" hasCustomPrompt="1"/>
          </p:nvPr>
        </p:nvSpPr>
        <p:spPr bwMode="gray">
          <a:xfrm>
            <a:off x="8825013" y="3299307"/>
            <a:ext cx="2880000" cy="673100"/>
          </a:xfrm>
        </p:spPr>
        <p:txBody>
          <a:bodyPr/>
          <a:lstStyle>
            <a:lvl1pPr algn="l">
              <a:defRPr>
                <a:solidFill>
                  <a:schemeClr val="accent4"/>
                </a:solidFill>
              </a:defRPr>
            </a:lvl1pPr>
          </a:lstStyle>
          <a:p>
            <a:pPr lvl="0"/>
            <a:r>
              <a:rPr lang="en-US" noProof="0"/>
              <a:t>Text</a:t>
            </a:r>
          </a:p>
        </p:txBody>
      </p:sp>
      <p:sp>
        <p:nvSpPr>
          <p:cNvPr id="26" name="Espace réservé du texte 4"/>
          <p:cNvSpPr>
            <a:spLocks noGrp="1"/>
          </p:cNvSpPr>
          <p:nvPr>
            <p:ph type="body" sz="quarter" idx="29" hasCustomPrompt="1"/>
          </p:nvPr>
        </p:nvSpPr>
        <p:spPr bwMode="gray">
          <a:xfrm>
            <a:off x="8180735" y="4033785"/>
            <a:ext cx="576000" cy="576000"/>
          </a:xfrm>
        </p:spPr>
        <p:txBody>
          <a:bodyPr/>
          <a:lstStyle>
            <a:lvl1pPr algn="r">
              <a:defRPr sz="2667" b="1">
                <a:solidFill>
                  <a:schemeClr val="tx2"/>
                </a:solidFill>
              </a:defRPr>
            </a:lvl1pPr>
            <a:lvl2pPr algn="l">
              <a:defRPr/>
            </a:lvl2pPr>
          </a:lstStyle>
          <a:p>
            <a:pPr lvl="0"/>
            <a:r>
              <a:rPr lang="en-US" noProof="0"/>
              <a:t>00</a:t>
            </a:r>
          </a:p>
        </p:txBody>
      </p:sp>
      <p:sp>
        <p:nvSpPr>
          <p:cNvPr id="27" name="Espace réservé du texte 7"/>
          <p:cNvSpPr>
            <a:spLocks noGrp="1"/>
          </p:cNvSpPr>
          <p:nvPr>
            <p:ph type="body" sz="quarter" idx="30" hasCustomPrompt="1"/>
          </p:nvPr>
        </p:nvSpPr>
        <p:spPr bwMode="gray">
          <a:xfrm>
            <a:off x="8825013" y="4177727"/>
            <a:ext cx="2880000" cy="673100"/>
          </a:xfrm>
        </p:spPr>
        <p:txBody>
          <a:bodyPr/>
          <a:lstStyle>
            <a:lvl1pPr algn="l">
              <a:defRPr>
                <a:solidFill>
                  <a:schemeClr val="accent4"/>
                </a:solidFill>
              </a:defRPr>
            </a:lvl1pPr>
          </a:lstStyle>
          <a:p>
            <a:pPr lvl="0"/>
            <a:r>
              <a:rPr lang="en-US" noProof="0"/>
              <a:t>Text</a:t>
            </a:r>
          </a:p>
        </p:txBody>
      </p:sp>
    </p:spTree>
    <p:extLst>
      <p:ext uri="{BB962C8B-B14F-4D97-AF65-F5344CB8AC3E}">
        <p14:creationId xmlns:p14="http://schemas.microsoft.com/office/powerpoint/2010/main" val="223480124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hapter P2185C">
    <p:spTree>
      <p:nvGrpSpPr>
        <p:cNvPr id="1" name=""/>
        <p:cNvGrpSpPr/>
        <p:nvPr/>
      </p:nvGrpSpPr>
      <p:grpSpPr>
        <a:xfrm>
          <a:off x="0" y="0"/>
          <a:ext cx="0" cy="0"/>
          <a:chOff x="0" y="0"/>
          <a:chExt cx="0" cy="0"/>
        </a:xfrm>
      </p:grpSpPr>
      <p:sp>
        <p:nvSpPr>
          <p:cNvPr id="2" name="Rectangle 1"/>
          <p:cNvSpPr/>
          <p:nvPr userDrawn="1"/>
        </p:nvSpPr>
        <p:spPr bwMode="gray">
          <a:xfrm>
            <a:off x="0" y="0"/>
            <a:ext cx="1219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noProof="0"/>
          </a:p>
        </p:txBody>
      </p:sp>
      <p:sp>
        <p:nvSpPr>
          <p:cNvPr id="4" name="Titre 3"/>
          <p:cNvSpPr>
            <a:spLocks noGrp="1"/>
          </p:cNvSpPr>
          <p:nvPr>
            <p:ph type="title" hasCustomPrompt="1"/>
          </p:nvPr>
        </p:nvSpPr>
        <p:spPr bwMode="gray">
          <a:xfrm>
            <a:off x="1534583" y="520717"/>
            <a:ext cx="9457268" cy="2448735"/>
          </a:xfrm>
        </p:spPr>
        <p:txBody>
          <a:bodyPr anchor="b" anchorCtr="0"/>
          <a:lstStyle>
            <a:lvl1pPr algn="l">
              <a:defRPr sz="10666" b="0">
                <a:solidFill>
                  <a:schemeClr val="bg1"/>
                </a:solidFill>
                <a:latin typeface="Arial Black" panose="020B0A04020102020204" pitchFamily="34" charset="0"/>
              </a:defRPr>
            </a:lvl1pPr>
          </a:lstStyle>
          <a:p>
            <a:r>
              <a:rPr lang="en-US" noProof="0"/>
              <a:t>00.</a:t>
            </a:r>
          </a:p>
        </p:txBody>
      </p:sp>
      <p:sp>
        <p:nvSpPr>
          <p:cNvPr id="8" name="Espace réservé de la date 3"/>
          <p:cNvSpPr>
            <a:spLocks noGrp="1"/>
          </p:cNvSpPr>
          <p:nvPr>
            <p:ph type="dt" sz="half" idx="10"/>
          </p:nvPr>
        </p:nvSpPr>
        <p:spPr bwMode="gray">
          <a:xfrm>
            <a:off x="0" y="6405033"/>
            <a:ext cx="478368" cy="452968"/>
          </a:xfrm>
        </p:spPr>
        <p:txBody>
          <a:bodyPr/>
          <a:lstStyle>
            <a:lvl1pPr>
              <a:defRPr sz="133">
                <a:solidFill>
                  <a:schemeClr val="bg1">
                    <a:alpha val="0"/>
                  </a:schemeClr>
                </a:solidFill>
              </a:defRPr>
            </a:lvl1pPr>
          </a:lstStyle>
          <a:p>
            <a:r>
              <a:rPr lang="fr-FR" noProof="0"/>
              <a:t>Date</a:t>
            </a:r>
            <a:endParaRPr lang="en-US" noProof="0"/>
          </a:p>
        </p:txBody>
      </p:sp>
      <p:sp>
        <p:nvSpPr>
          <p:cNvPr id="9" name="Espace réservé du pied de page 4"/>
          <p:cNvSpPr>
            <a:spLocks noGrp="1"/>
          </p:cNvSpPr>
          <p:nvPr>
            <p:ph type="ftr" sz="quarter" idx="11"/>
          </p:nvPr>
        </p:nvSpPr>
        <p:spPr bwMode="gray">
          <a:xfrm>
            <a:off x="1" y="6405033"/>
            <a:ext cx="478367" cy="452967"/>
          </a:xfrm>
        </p:spPr>
        <p:txBody>
          <a:bodyPr/>
          <a:lstStyle>
            <a:lvl1pPr>
              <a:defRPr sz="133">
                <a:solidFill>
                  <a:schemeClr val="bg1">
                    <a:alpha val="0"/>
                  </a:schemeClr>
                </a:solidFill>
              </a:defRPr>
            </a:lvl1pPr>
          </a:lstStyle>
          <a:p>
            <a:r>
              <a:rPr lang="en-US" noProof="0"/>
              <a:t>Presentation title</a:t>
            </a:r>
          </a:p>
        </p:txBody>
      </p:sp>
      <p:sp>
        <p:nvSpPr>
          <p:cNvPr id="10" name="Espace réservé du numéro de diapositive 5"/>
          <p:cNvSpPr>
            <a:spLocks noGrp="1"/>
          </p:cNvSpPr>
          <p:nvPr>
            <p:ph type="sldNum" sz="quarter" idx="12"/>
          </p:nvPr>
        </p:nvSpPr>
        <p:spPr bwMode="gray">
          <a:xfrm>
            <a:off x="5414" y="6405033"/>
            <a:ext cx="472953" cy="452967"/>
          </a:xfrm>
        </p:spPr>
        <p:txBody>
          <a:bodyPr/>
          <a:lstStyle>
            <a:lvl1pPr>
              <a:defRPr sz="133">
                <a:solidFill>
                  <a:schemeClr val="bg1">
                    <a:alpha val="0"/>
                  </a:schemeClr>
                </a:solidFill>
              </a:defRPr>
            </a:lvl1pPr>
          </a:lstStyle>
          <a:p>
            <a:fld id="{10C140CD-8AED-46FF-A9A2-77308F3F39AE}" type="slidenum">
              <a:rPr lang="en-US" noProof="0" smtClean="0"/>
              <a:pPr/>
              <a:t>‹#›</a:t>
            </a:fld>
            <a:endParaRPr lang="en-US" noProof="0"/>
          </a:p>
        </p:txBody>
      </p:sp>
      <p:sp>
        <p:nvSpPr>
          <p:cNvPr id="5" name="Espace réservé du texte 4"/>
          <p:cNvSpPr>
            <a:spLocks noGrp="1"/>
          </p:cNvSpPr>
          <p:nvPr>
            <p:ph type="body" sz="quarter" idx="13" hasCustomPrompt="1"/>
          </p:nvPr>
        </p:nvSpPr>
        <p:spPr bwMode="gray">
          <a:xfrm>
            <a:off x="1534584" y="3282565"/>
            <a:ext cx="9457267" cy="2595420"/>
          </a:xfrm>
        </p:spPr>
        <p:txBody>
          <a:bodyPr/>
          <a:lstStyle>
            <a:lvl1pPr algn="l">
              <a:lnSpc>
                <a:spcPct val="95000"/>
              </a:lnSpc>
              <a:defRPr sz="4000">
                <a:solidFill>
                  <a:schemeClr val="bg1"/>
                </a:solidFill>
              </a:defRPr>
            </a:lvl1pPr>
          </a:lstStyle>
          <a:p>
            <a:pPr lvl="0"/>
            <a:r>
              <a:rPr lang="en-US" noProof="0"/>
              <a:t>Chapter title</a:t>
            </a:r>
          </a:p>
        </p:txBody>
      </p:sp>
      <p:pic>
        <p:nvPicPr>
          <p:cNvPr id="7" name="Imag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bwMode="gray">
          <a:xfrm>
            <a:off x="10650966" y="6157107"/>
            <a:ext cx="1103997" cy="248600"/>
          </a:xfrm>
          <a:prstGeom prst="rect">
            <a:avLst/>
          </a:prstGeom>
        </p:spPr>
      </p:pic>
    </p:spTree>
    <p:extLst>
      <p:ext uri="{BB962C8B-B14F-4D97-AF65-F5344CB8AC3E}">
        <p14:creationId xmlns:p14="http://schemas.microsoft.com/office/powerpoint/2010/main" val="331483620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hapter P2915C">
    <p:spTree>
      <p:nvGrpSpPr>
        <p:cNvPr id="1" name=""/>
        <p:cNvGrpSpPr/>
        <p:nvPr/>
      </p:nvGrpSpPr>
      <p:grpSpPr>
        <a:xfrm>
          <a:off x="0" y="0"/>
          <a:ext cx="0" cy="0"/>
          <a:chOff x="0" y="0"/>
          <a:chExt cx="0" cy="0"/>
        </a:xfrm>
      </p:grpSpPr>
      <p:sp>
        <p:nvSpPr>
          <p:cNvPr id="11" name="Rectangle 10"/>
          <p:cNvSpPr/>
          <p:nvPr userDrawn="1"/>
        </p:nvSpPr>
        <p:spPr bwMode="gray">
          <a:xfrm>
            <a:off x="0" y="0"/>
            <a:ext cx="12192000"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noProof="0"/>
          </a:p>
        </p:txBody>
      </p:sp>
      <p:sp>
        <p:nvSpPr>
          <p:cNvPr id="4" name="Titre 3"/>
          <p:cNvSpPr>
            <a:spLocks noGrp="1"/>
          </p:cNvSpPr>
          <p:nvPr>
            <p:ph type="title" hasCustomPrompt="1"/>
          </p:nvPr>
        </p:nvSpPr>
        <p:spPr bwMode="gray">
          <a:xfrm>
            <a:off x="1534583" y="520717"/>
            <a:ext cx="9457268" cy="2448735"/>
          </a:xfrm>
        </p:spPr>
        <p:txBody>
          <a:bodyPr anchor="b" anchorCtr="0"/>
          <a:lstStyle>
            <a:lvl1pPr algn="l">
              <a:defRPr sz="10666" b="0">
                <a:solidFill>
                  <a:schemeClr val="bg1"/>
                </a:solidFill>
                <a:latin typeface="Arial Black" panose="020B0A04020102020204" pitchFamily="34" charset="0"/>
              </a:defRPr>
            </a:lvl1pPr>
          </a:lstStyle>
          <a:p>
            <a:r>
              <a:rPr lang="en-US" noProof="0"/>
              <a:t>00.</a:t>
            </a:r>
          </a:p>
        </p:txBody>
      </p:sp>
      <p:sp>
        <p:nvSpPr>
          <p:cNvPr id="8" name="Espace réservé de la date 3"/>
          <p:cNvSpPr>
            <a:spLocks noGrp="1"/>
          </p:cNvSpPr>
          <p:nvPr>
            <p:ph type="dt" sz="half" idx="10"/>
          </p:nvPr>
        </p:nvSpPr>
        <p:spPr bwMode="gray">
          <a:xfrm>
            <a:off x="0" y="6405033"/>
            <a:ext cx="478368" cy="452968"/>
          </a:xfrm>
        </p:spPr>
        <p:txBody>
          <a:bodyPr/>
          <a:lstStyle>
            <a:lvl1pPr>
              <a:defRPr sz="133">
                <a:solidFill>
                  <a:schemeClr val="bg1">
                    <a:alpha val="0"/>
                  </a:schemeClr>
                </a:solidFill>
              </a:defRPr>
            </a:lvl1pPr>
          </a:lstStyle>
          <a:p>
            <a:r>
              <a:rPr lang="fr-FR" noProof="0"/>
              <a:t>Date</a:t>
            </a:r>
            <a:endParaRPr lang="en-US" noProof="0"/>
          </a:p>
        </p:txBody>
      </p:sp>
      <p:sp>
        <p:nvSpPr>
          <p:cNvPr id="9" name="Espace réservé du pied de page 4"/>
          <p:cNvSpPr>
            <a:spLocks noGrp="1"/>
          </p:cNvSpPr>
          <p:nvPr>
            <p:ph type="ftr" sz="quarter" idx="11"/>
          </p:nvPr>
        </p:nvSpPr>
        <p:spPr bwMode="gray">
          <a:xfrm>
            <a:off x="1" y="6405033"/>
            <a:ext cx="478367" cy="452967"/>
          </a:xfrm>
        </p:spPr>
        <p:txBody>
          <a:bodyPr/>
          <a:lstStyle>
            <a:lvl1pPr>
              <a:defRPr sz="133">
                <a:solidFill>
                  <a:schemeClr val="bg1">
                    <a:alpha val="0"/>
                  </a:schemeClr>
                </a:solidFill>
              </a:defRPr>
            </a:lvl1pPr>
          </a:lstStyle>
          <a:p>
            <a:r>
              <a:rPr lang="en-US" noProof="0"/>
              <a:t>Presentation title</a:t>
            </a:r>
          </a:p>
        </p:txBody>
      </p:sp>
      <p:sp>
        <p:nvSpPr>
          <p:cNvPr id="10" name="Espace réservé du numéro de diapositive 5"/>
          <p:cNvSpPr>
            <a:spLocks noGrp="1"/>
          </p:cNvSpPr>
          <p:nvPr>
            <p:ph type="sldNum" sz="quarter" idx="12"/>
          </p:nvPr>
        </p:nvSpPr>
        <p:spPr bwMode="gray">
          <a:xfrm>
            <a:off x="5414" y="6405033"/>
            <a:ext cx="472953" cy="452967"/>
          </a:xfrm>
        </p:spPr>
        <p:txBody>
          <a:bodyPr/>
          <a:lstStyle>
            <a:lvl1pPr>
              <a:defRPr sz="133">
                <a:solidFill>
                  <a:schemeClr val="bg1">
                    <a:alpha val="0"/>
                  </a:schemeClr>
                </a:solidFill>
              </a:defRPr>
            </a:lvl1pPr>
          </a:lstStyle>
          <a:p>
            <a:fld id="{10C140CD-8AED-46FF-A9A2-77308F3F39AE}" type="slidenum">
              <a:rPr lang="en-US" noProof="0" smtClean="0"/>
              <a:pPr/>
              <a:t>‹#›</a:t>
            </a:fld>
            <a:endParaRPr lang="en-US" noProof="0"/>
          </a:p>
        </p:txBody>
      </p:sp>
      <p:sp>
        <p:nvSpPr>
          <p:cNvPr id="5" name="Espace réservé du texte 4"/>
          <p:cNvSpPr>
            <a:spLocks noGrp="1"/>
          </p:cNvSpPr>
          <p:nvPr>
            <p:ph type="body" sz="quarter" idx="13" hasCustomPrompt="1"/>
          </p:nvPr>
        </p:nvSpPr>
        <p:spPr bwMode="gray">
          <a:xfrm>
            <a:off x="1534584" y="3282565"/>
            <a:ext cx="9457267" cy="2595420"/>
          </a:xfrm>
        </p:spPr>
        <p:txBody>
          <a:bodyPr/>
          <a:lstStyle>
            <a:lvl1pPr algn="l">
              <a:lnSpc>
                <a:spcPct val="95000"/>
              </a:lnSpc>
              <a:defRPr sz="4000">
                <a:solidFill>
                  <a:schemeClr val="bg1"/>
                </a:solidFill>
              </a:defRPr>
            </a:lvl1pPr>
          </a:lstStyle>
          <a:p>
            <a:pPr lvl="0"/>
            <a:r>
              <a:rPr lang="en-US" noProof="0"/>
              <a:t>Chapter title</a:t>
            </a:r>
          </a:p>
        </p:txBody>
      </p:sp>
      <p:pic>
        <p:nvPicPr>
          <p:cNvPr id="7" name="Imag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bwMode="gray">
          <a:xfrm>
            <a:off x="10650966" y="6157107"/>
            <a:ext cx="1103997" cy="248600"/>
          </a:xfrm>
          <a:prstGeom prst="rect">
            <a:avLst/>
          </a:prstGeom>
        </p:spPr>
      </p:pic>
    </p:spTree>
    <p:extLst>
      <p:ext uri="{BB962C8B-B14F-4D97-AF65-F5344CB8AC3E}">
        <p14:creationId xmlns:p14="http://schemas.microsoft.com/office/powerpoint/2010/main" val="230491890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hapter P393C">
    <p:spTree>
      <p:nvGrpSpPr>
        <p:cNvPr id="1" name=""/>
        <p:cNvGrpSpPr/>
        <p:nvPr/>
      </p:nvGrpSpPr>
      <p:grpSpPr>
        <a:xfrm>
          <a:off x="0" y="0"/>
          <a:ext cx="0" cy="0"/>
          <a:chOff x="0" y="0"/>
          <a:chExt cx="0" cy="0"/>
        </a:xfrm>
      </p:grpSpPr>
      <p:sp>
        <p:nvSpPr>
          <p:cNvPr id="11" name="Rectangle 10"/>
          <p:cNvSpPr/>
          <p:nvPr userDrawn="1"/>
        </p:nvSpPr>
        <p:spPr bwMode="gray">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noProof="0"/>
          </a:p>
        </p:txBody>
      </p:sp>
      <p:sp>
        <p:nvSpPr>
          <p:cNvPr id="4" name="Titre 3"/>
          <p:cNvSpPr>
            <a:spLocks noGrp="1"/>
          </p:cNvSpPr>
          <p:nvPr>
            <p:ph type="title" hasCustomPrompt="1"/>
          </p:nvPr>
        </p:nvSpPr>
        <p:spPr bwMode="gray">
          <a:xfrm>
            <a:off x="1534583" y="520717"/>
            <a:ext cx="9457268" cy="2448735"/>
          </a:xfrm>
        </p:spPr>
        <p:txBody>
          <a:bodyPr anchor="b" anchorCtr="0"/>
          <a:lstStyle>
            <a:lvl1pPr algn="l">
              <a:defRPr sz="10666" b="0">
                <a:solidFill>
                  <a:schemeClr val="bg1"/>
                </a:solidFill>
                <a:latin typeface="Arial Black" panose="020B0A04020102020204" pitchFamily="34" charset="0"/>
              </a:defRPr>
            </a:lvl1pPr>
          </a:lstStyle>
          <a:p>
            <a:r>
              <a:rPr lang="en-US" noProof="0"/>
              <a:t>00.</a:t>
            </a:r>
          </a:p>
        </p:txBody>
      </p:sp>
      <p:sp>
        <p:nvSpPr>
          <p:cNvPr id="8" name="Espace réservé de la date 3"/>
          <p:cNvSpPr>
            <a:spLocks noGrp="1"/>
          </p:cNvSpPr>
          <p:nvPr>
            <p:ph type="dt" sz="half" idx="10"/>
          </p:nvPr>
        </p:nvSpPr>
        <p:spPr bwMode="gray">
          <a:xfrm>
            <a:off x="0" y="6405033"/>
            <a:ext cx="478368" cy="452968"/>
          </a:xfrm>
        </p:spPr>
        <p:txBody>
          <a:bodyPr/>
          <a:lstStyle>
            <a:lvl1pPr>
              <a:defRPr sz="133">
                <a:solidFill>
                  <a:schemeClr val="bg1">
                    <a:alpha val="0"/>
                  </a:schemeClr>
                </a:solidFill>
              </a:defRPr>
            </a:lvl1pPr>
          </a:lstStyle>
          <a:p>
            <a:r>
              <a:rPr lang="fr-FR" noProof="0"/>
              <a:t>Date</a:t>
            </a:r>
            <a:endParaRPr lang="en-US" noProof="0"/>
          </a:p>
        </p:txBody>
      </p:sp>
      <p:sp>
        <p:nvSpPr>
          <p:cNvPr id="9" name="Espace réservé du pied de page 4"/>
          <p:cNvSpPr>
            <a:spLocks noGrp="1"/>
          </p:cNvSpPr>
          <p:nvPr>
            <p:ph type="ftr" sz="quarter" idx="11"/>
          </p:nvPr>
        </p:nvSpPr>
        <p:spPr bwMode="gray">
          <a:xfrm>
            <a:off x="1" y="6405033"/>
            <a:ext cx="478367" cy="452967"/>
          </a:xfrm>
        </p:spPr>
        <p:txBody>
          <a:bodyPr/>
          <a:lstStyle>
            <a:lvl1pPr>
              <a:defRPr sz="133">
                <a:solidFill>
                  <a:schemeClr val="bg1">
                    <a:alpha val="0"/>
                  </a:schemeClr>
                </a:solidFill>
              </a:defRPr>
            </a:lvl1pPr>
          </a:lstStyle>
          <a:p>
            <a:r>
              <a:rPr lang="en-US" noProof="0"/>
              <a:t>Presentation title</a:t>
            </a:r>
          </a:p>
        </p:txBody>
      </p:sp>
      <p:sp>
        <p:nvSpPr>
          <p:cNvPr id="10" name="Espace réservé du numéro de diapositive 5"/>
          <p:cNvSpPr>
            <a:spLocks noGrp="1"/>
          </p:cNvSpPr>
          <p:nvPr>
            <p:ph type="sldNum" sz="quarter" idx="12"/>
          </p:nvPr>
        </p:nvSpPr>
        <p:spPr bwMode="gray">
          <a:xfrm>
            <a:off x="5414" y="6405033"/>
            <a:ext cx="472953" cy="452967"/>
          </a:xfrm>
        </p:spPr>
        <p:txBody>
          <a:bodyPr/>
          <a:lstStyle>
            <a:lvl1pPr>
              <a:defRPr sz="133">
                <a:solidFill>
                  <a:schemeClr val="bg1">
                    <a:alpha val="0"/>
                  </a:schemeClr>
                </a:solidFill>
              </a:defRPr>
            </a:lvl1pPr>
          </a:lstStyle>
          <a:p>
            <a:fld id="{10C140CD-8AED-46FF-A9A2-77308F3F39AE}" type="slidenum">
              <a:rPr lang="en-US" noProof="0" smtClean="0"/>
              <a:pPr/>
              <a:t>‹#›</a:t>
            </a:fld>
            <a:endParaRPr lang="en-US" noProof="0"/>
          </a:p>
        </p:txBody>
      </p:sp>
      <p:sp>
        <p:nvSpPr>
          <p:cNvPr id="5" name="Espace réservé du texte 4"/>
          <p:cNvSpPr>
            <a:spLocks noGrp="1"/>
          </p:cNvSpPr>
          <p:nvPr>
            <p:ph type="body" sz="quarter" idx="13" hasCustomPrompt="1"/>
          </p:nvPr>
        </p:nvSpPr>
        <p:spPr bwMode="gray">
          <a:xfrm>
            <a:off x="1534584" y="3282565"/>
            <a:ext cx="9457267" cy="2595420"/>
          </a:xfrm>
        </p:spPr>
        <p:txBody>
          <a:bodyPr/>
          <a:lstStyle>
            <a:lvl1pPr algn="l">
              <a:lnSpc>
                <a:spcPct val="95000"/>
              </a:lnSpc>
              <a:defRPr sz="4000">
                <a:solidFill>
                  <a:schemeClr val="bg1"/>
                </a:solidFill>
              </a:defRPr>
            </a:lvl1pPr>
          </a:lstStyle>
          <a:p>
            <a:pPr lvl="0"/>
            <a:r>
              <a:rPr lang="en-US" noProof="0"/>
              <a:t>Chapter title</a:t>
            </a:r>
          </a:p>
        </p:txBody>
      </p:sp>
      <p:pic>
        <p:nvPicPr>
          <p:cNvPr id="7" name="Imag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bwMode="gray">
          <a:xfrm>
            <a:off x="10650966" y="6157107"/>
            <a:ext cx="1103997" cy="248600"/>
          </a:xfrm>
          <a:prstGeom prst="rect">
            <a:avLst/>
          </a:prstGeom>
        </p:spPr>
      </p:pic>
    </p:spTree>
    <p:extLst>
      <p:ext uri="{BB962C8B-B14F-4D97-AF65-F5344CB8AC3E}">
        <p14:creationId xmlns:p14="http://schemas.microsoft.com/office/powerpoint/2010/main" val="277112141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hapter P166C">
    <p:spTree>
      <p:nvGrpSpPr>
        <p:cNvPr id="1" name=""/>
        <p:cNvGrpSpPr/>
        <p:nvPr/>
      </p:nvGrpSpPr>
      <p:grpSpPr>
        <a:xfrm>
          <a:off x="0" y="0"/>
          <a:ext cx="0" cy="0"/>
          <a:chOff x="0" y="0"/>
          <a:chExt cx="0" cy="0"/>
        </a:xfrm>
      </p:grpSpPr>
      <p:sp>
        <p:nvSpPr>
          <p:cNvPr id="12" name="Rectangle 11"/>
          <p:cNvSpPr/>
          <p:nvPr userDrawn="1"/>
        </p:nvSpPr>
        <p:spPr bwMode="gray">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noProof="0"/>
          </a:p>
        </p:txBody>
      </p:sp>
      <p:sp>
        <p:nvSpPr>
          <p:cNvPr id="4" name="Titre 3"/>
          <p:cNvSpPr>
            <a:spLocks noGrp="1"/>
          </p:cNvSpPr>
          <p:nvPr>
            <p:ph type="title" hasCustomPrompt="1"/>
          </p:nvPr>
        </p:nvSpPr>
        <p:spPr bwMode="gray">
          <a:xfrm>
            <a:off x="1534583" y="520717"/>
            <a:ext cx="9457268" cy="2448735"/>
          </a:xfrm>
        </p:spPr>
        <p:txBody>
          <a:bodyPr anchor="b" anchorCtr="0"/>
          <a:lstStyle>
            <a:lvl1pPr algn="l">
              <a:defRPr sz="10666" b="0">
                <a:solidFill>
                  <a:schemeClr val="bg1"/>
                </a:solidFill>
                <a:latin typeface="Arial Black" panose="020B0A04020102020204" pitchFamily="34" charset="0"/>
              </a:defRPr>
            </a:lvl1pPr>
          </a:lstStyle>
          <a:p>
            <a:r>
              <a:rPr lang="en-US" noProof="0"/>
              <a:t>00.</a:t>
            </a:r>
          </a:p>
        </p:txBody>
      </p:sp>
      <p:sp>
        <p:nvSpPr>
          <p:cNvPr id="8" name="Espace réservé de la date 3"/>
          <p:cNvSpPr>
            <a:spLocks noGrp="1"/>
          </p:cNvSpPr>
          <p:nvPr>
            <p:ph type="dt" sz="half" idx="10"/>
          </p:nvPr>
        </p:nvSpPr>
        <p:spPr bwMode="gray">
          <a:xfrm>
            <a:off x="0" y="6405033"/>
            <a:ext cx="478368" cy="452968"/>
          </a:xfrm>
        </p:spPr>
        <p:txBody>
          <a:bodyPr/>
          <a:lstStyle>
            <a:lvl1pPr>
              <a:defRPr sz="133">
                <a:solidFill>
                  <a:schemeClr val="bg1">
                    <a:alpha val="0"/>
                  </a:schemeClr>
                </a:solidFill>
              </a:defRPr>
            </a:lvl1pPr>
          </a:lstStyle>
          <a:p>
            <a:r>
              <a:rPr lang="fr-FR" noProof="0"/>
              <a:t>Date</a:t>
            </a:r>
            <a:endParaRPr lang="en-US" noProof="0"/>
          </a:p>
        </p:txBody>
      </p:sp>
      <p:sp>
        <p:nvSpPr>
          <p:cNvPr id="9" name="Espace réservé du pied de page 4"/>
          <p:cNvSpPr>
            <a:spLocks noGrp="1"/>
          </p:cNvSpPr>
          <p:nvPr>
            <p:ph type="ftr" sz="quarter" idx="11"/>
          </p:nvPr>
        </p:nvSpPr>
        <p:spPr bwMode="gray">
          <a:xfrm>
            <a:off x="1" y="6405033"/>
            <a:ext cx="478367" cy="452967"/>
          </a:xfrm>
        </p:spPr>
        <p:txBody>
          <a:bodyPr/>
          <a:lstStyle>
            <a:lvl1pPr>
              <a:defRPr sz="133">
                <a:solidFill>
                  <a:schemeClr val="bg1">
                    <a:alpha val="0"/>
                  </a:schemeClr>
                </a:solidFill>
              </a:defRPr>
            </a:lvl1pPr>
          </a:lstStyle>
          <a:p>
            <a:r>
              <a:rPr lang="en-US" noProof="0"/>
              <a:t>Presentation title</a:t>
            </a:r>
          </a:p>
        </p:txBody>
      </p:sp>
      <p:sp>
        <p:nvSpPr>
          <p:cNvPr id="10" name="Espace réservé du numéro de diapositive 5"/>
          <p:cNvSpPr>
            <a:spLocks noGrp="1"/>
          </p:cNvSpPr>
          <p:nvPr>
            <p:ph type="sldNum" sz="quarter" idx="12"/>
          </p:nvPr>
        </p:nvSpPr>
        <p:spPr bwMode="gray">
          <a:xfrm>
            <a:off x="5414" y="6405033"/>
            <a:ext cx="472953" cy="452967"/>
          </a:xfrm>
        </p:spPr>
        <p:txBody>
          <a:bodyPr/>
          <a:lstStyle>
            <a:lvl1pPr>
              <a:defRPr sz="133">
                <a:solidFill>
                  <a:schemeClr val="bg1">
                    <a:alpha val="0"/>
                  </a:schemeClr>
                </a:solidFill>
              </a:defRPr>
            </a:lvl1pPr>
          </a:lstStyle>
          <a:p>
            <a:fld id="{10C140CD-8AED-46FF-A9A2-77308F3F39AE}" type="slidenum">
              <a:rPr lang="en-US" noProof="0" smtClean="0"/>
              <a:pPr/>
              <a:t>‹#›</a:t>
            </a:fld>
            <a:endParaRPr lang="en-US" noProof="0"/>
          </a:p>
        </p:txBody>
      </p:sp>
      <p:sp>
        <p:nvSpPr>
          <p:cNvPr id="5" name="Espace réservé du texte 4"/>
          <p:cNvSpPr>
            <a:spLocks noGrp="1"/>
          </p:cNvSpPr>
          <p:nvPr>
            <p:ph type="body" sz="quarter" idx="13" hasCustomPrompt="1"/>
          </p:nvPr>
        </p:nvSpPr>
        <p:spPr bwMode="gray">
          <a:xfrm>
            <a:off x="1534584" y="3282565"/>
            <a:ext cx="9457267" cy="2595420"/>
          </a:xfrm>
        </p:spPr>
        <p:txBody>
          <a:bodyPr/>
          <a:lstStyle>
            <a:lvl1pPr algn="l">
              <a:lnSpc>
                <a:spcPct val="95000"/>
              </a:lnSpc>
              <a:defRPr sz="4000">
                <a:solidFill>
                  <a:schemeClr val="bg1"/>
                </a:solidFill>
              </a:defRPr>
            </a:lvl1pPr>
          </a:lstStyle>
          <a:p>
            <a:pPr lvl="0"/>
            <a:r>
              <a:rPr lang="en-US" noProof="0"/>
              <a:t>Chapter title</a:t>
            </a:r>
          </a:p>
        </p:txBody>
      </p:sp>
      <p:pic>
        <p:nvPicPr>
          <p:cNvPr id="7" name="Imag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bwMode="gray">
          <a:xfrm>
            <a:off x="10650966" y="6157107"/>
            <a:ext cx="1103997" cy="248600"/>
          </a:xfrm>
          <a:prstGeom prst="rect">
            <a:avLst/>
          </a:prstGeom>
        </p:spPr>
      </p:pic>
    </p:spTree>
    <p:extLst>
      <p:ext uri="{BB962C8B-B14F-4D97-AF65-F5344CB8AC3E}">
        <p14:creationId xmlns:p14="http://schemas.microsoft.com/office/powerpoint/2010/main" val="290602528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hapter P631C">
    <p:spTree>
      <p:nvGrpSpPr>
        <p:cNvPr id="1" name=""/>
        <p:cNvGrpSpPr/>
        <p:nvPr/>
      </p:nvGrpSpPr>
      <p:grpSpPr>
        <a:xfrm>
          <a:off x="0" y="0"/>
          <a:ext cx="0" cy="0"/>
          <a:chOff x="0" y="0"/>
          <a:chExt cx="0" cy="0"/>
        </a:xfrm>
      </p:grpSpPr>
      <p:sp>
        <p:nvSpPr>
          <p:cNvPr id="11" name="Rectangle 10"/>
          <p:cNvSpPr/>
          <p:nvPr userDrawn="1"/>
        </p:nvSpPr>
        <p:spPr bwMode="gray">
          <a:xfrm>
            <a:off x="0" y="0"/>
            <a:ext cx="12192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noProof="0"/>
          </a:p>
        </p:txBody>
      </p:sp>
      <p:sp>
        <p:nvSpPr>
          <p:cNvPr id="4" name="Titre 3"/>
          <p:cNvSpPr>
            <a:spLocks noGrp="1"/>
          </p:cNvSpPr>
          <p:nvPr>
            <p:ph type="title" hasCustomPrompt="1"/>
          </p:nvPr>
        </p:nvSpPr>
        <p:spPr bwMode="gray">
          <a:xfrm>
            <a:off x="1534583" y="520717"/>
            <a:ext cx="9457268" cy="2448735"/>
          </a:xfrm>
        </p:spPr>
        <p:txBody>
          <a:bodyPr anchor="b" anchorCtr="0"/>
          <a:lstStyle>
            <a:lvl1pPr algn="l">
              <a:defRPr sz="10666" b="0">
                <a:solidFill>
                  <a:schemeClr val="bg1"/>
                </a:solidFill>
                <a:latin typeface="Arial Black" panose="020B0A04020102020204" pitchFamily="34" charset="0"/>
              </a:defRPr>
            </a:lvl1pPr>
          </a:lstStyle>
          <a:p>
            <a:r>
              <a:rPr lang="en-US" noProof="0"/>
              <a:t>00.</a:t>
            </a:r>
          </a:p>
        </p:txBody>
      </p:sp>
      <p:sp>
        <p:nvSpPr>
          <p:cNvPr id="8" name="Espace réservé de la date 3"/>
          <p:cNvSpPr>
            <a:spLocks noGrp="1"/>
          </p:cNvSpPr>
          <p:nvPr>
            <p:ph type="dt" sz="half" idx="10"/>
          </p:nvPr>
        </p:nvSpPr>
        <p:spPr bwMode="gray">
          <a:xfrm>
            <a:off x="0" y="6405033"/>
            <a:ext cx="478368" cy="452968"/>
          </a:xfrm>
        </p:spPr>
        <p:txBody>
          <a:bodyPr/>
          <a:lstStyle>
            <a:lvl1pPr>
              <a:defRPr sz="133">
                <a:solidFill>
                  <a:schemeClr val="bg1">
                    <a:alpha val="0"/>
                  </a:schemeClr>
                </a:solidFill>
              </a:defRPr>
            </a:lvl1pPr>
          </a:lstStyle>
          <a:p>
            <a:r>
              <a:rPr lang="fr-FR" noProof="0"/>
              <a:t>Date</a:t>
            </a:r>
            <a:endParaRPr lang="en-US" noProof="0"/>
          </a:p>
        </p:txBody>
      </p:sp>
      <p:sp>
        <p:nvSpPr>
          <p:cNvPr id="9" name="Espace réservé du pied de page 4"/>
          <p:cNvSpPr>
            <a:spLocks noGrp="1"/>
          </p:cNvSpPr>
          <p:nvPr>
            <p:ph type="ftr" sz="quarter" idx="11"/>
          </p:nvPr>
        </p:nvSpPr>
        <p:spPr bwMode="gray">
          <a:xfrm>
            <a:off x="1" y="6405033"/>
            <a:ext cx="478367" cy="452967"/>
          </a:xfrm>
        </p:spPr>
        <p:txBody>
          <a:bodyPr/>
          <a:lstStyle>
            <a:lvl1pPr>
              <a:defRPr sz="133">
                <a:solidFill>
                  <a:schemeClr val="bg1">
                    <a:alpha val="0"/>
                  </a:schemeClr>
                </a:solidFill>
              </a:defRPr>
            </a:lvl1pPr>
          </a:lstStyle>
          <a:p>
            <a:r>
              <a:rPr lang="en-US" noProof="0"/>
              <a:t>Presentation title</a:t>
            </a:r>
          </a:p>
        </p:txBody>
      </p:sp>
      <p:sp>
        <p:nvSpPr>
          <p:cNvPr id="10" name="Espace réservé du numéro de diapositive 5"/>
          <p:cNvSpPr>
            <a:spLocks noGrp="1"/>
          </p:cNvSpPr>
          <p:nvPr>
            <p:ph type="sldNum" sz="quarter" idx="12"/>
          </p:nvPr>
        </p:nvSpPr>
        <p:spPr bwMode="gray">
          <a:xfrm>
            <a:off x="5414" y="6405033"/>
            <a:ext cx="472953" cy="452967"/>
          </a:xfrm>
        </p:spPr>
        <p:txBody>
          <a:bodyPr/>
          <a:lstStyle>
            <a:lvl1pPr>
              <a:defRPr sz="133">
                <a:solidFill>
                  <a:schemeClr val="bg1">
                    <a:alpha val="0"/>
                  </a:schemeClr>
                </a:solidFill>
              </a:defRPr>
            </a:lvl1pPr>
          </a:lstStyle>
          <a:p>
            <a:fld id="{10C140CD-8AED-46FF-A9A2-77308F3F39AE}" type="slidenum">
              <a:rPr lang="en-US" noProof="0" smtClean="0"/>
              <a:pPr/>
              <a:t>‹#›</a:t>
            </a:fld>
            <a:endParaRPr lang="en-US" noProof="0"/>
          </a:p>
        </p:txBody>
      </p:sp>
      <p:sp>
        <p:nvSpPr>
          <p:cNvPr id="5" name="Espace réservé du texte 4"/>
          <p:cNvSpPr>
            <a:spLocks noGrp="1"/>
          </p:cNvSpPr>
          <p:nvPr>
            <p:ph type="body" sz="quarter" idx="13" hasCustomPrompt="1"/>
          </p:nvPr>
        </p:nvSpPr>
        <p:spPr bwMode="gray">
          <a:xfrm>
            <a:off x="1534584" y="3282565"/>
            <a:ext cx="9457267" cy="2595420"/>
          </a:xfrm>
        </p:spPr>
        <p:txBody>
          <a:bodyPr/>
          <a:lstStyle>
            <a:lvl1pPr algn="l">
              <a:lnSpc>
                <a:spcPct val="95000"/>
              </a:lnSpc>
              <a:defRPr sz="4000">
                <a:solidFill>
                  <a:schemeClr val="bg1"/>
                </a:solidFill>
              </a:defRPr>
            </a:lvl1pPr>
          </a:lstStyle>
          <a:p>
            <a:pPr lvl="0"/>
            <a:r>
              <a:rPr lang="en-US" noProof="0"/>
              <a:t>Chapter title</a:t>
            </a:r>
          </a:p>
        </p:txBody>
      </p:sp>
      <p:pic>
        <p:nvPicPr>
          <p:cNvPr id="7" name="Imag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bwMode="gray">
          <a:xfrm>
            <a:off x="10650966" y="6157107"/>
            <a:ext cx="1103997" cy="248600"/>
          </a:xfrm>
          <a:prstGeom prst="rect">
            <a:avLst/>
          </a:prstGeom>
        </p:spPr>
      </p:pic>
    </p:spTree>
    <p:extLst>
      <p:ext uri="{BB962C8B-B14F-4D97-AF65-F5344CB8AC3E}">
        <p14:creationId xmlns:p14="http://schemas.microsoft.com/office/powerpoint/2010/main" val="151433438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hapter P5415C">
    <p:spTree>
      <p:nvGrpSpPr>
        <p:cNvPr id="1" name=""/>
        <p:cNvGrpSpPr/>
        <p:nvPr/>
      </p:nvGrpSpPr>
      <p:grpSpPr>
        <a:xfrm>
          <a:off x="0" y="0"/>
          <a:ext cx="0" cy="0"/>
          <a:chOff x="0" y="0"/>
          <a:chExt cx="0" cy="0"/>
        </a:xfrm>
      </p:grpSpPr>
      <p:sp>
        <p:nvSpPr>
          <p:cNvPr id="11" name="Rectangle 10"/>
          <p:cNvSpPr/>
          <p:nvPr userDrawn="1"/>
        </p:nvSpPr>
        <p:spPr bwMode="gray">
          <a:xfrm>
            <a:off x="0" y="0"/>
            <a:ext cx="12192000" cy="6858000"/>
          </a:xfrm>
          <a:prstGeom prst="rect">
            <a:avLst/>
          </a:prstGeom>
          <a:solidFill>
            <a:srgbClr val="5F829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noProof="0"/>
          </a:p>
        </p:txBody>
      </p:sp>
      <p:sp>
        <p:nvSpPr>
          <p:cNvPr id="4" name="Titre 3"/>
          <p:cNvSpPr>
            <a:spLocks noGrp="1"/>
          </p:cNvSpPr>
          <p:nvPr>
            <p:ph type="title" hasCustomPrompt="1"/>
          </p:nvPr>
        </p:nvSpPr>
        <p:spPr bwMode="gray">
          <a:xfrm>
            <a:off x="1534583" y="520717"/>
            <a:ext cx="9457268" cy="2448735"/>
          </a:xfrm>
        </p:spPr>
        <p:txBody>
          <a:bodyPr anchor="b" anchorCtr="0"/>
          <a:lstStyle>
            <a:lvl1pPr algn="l">
              <a:defRPr sz="10666" b="0">
                <a:solidFill>
                  <a:schemeClr val="bg1"/>
                </a:solidFill>
                <a:latin typeface="Arial Black" panose="020B0A04020102020204" pitchFamily="34" charset="0"/>
              </a:defRPr>
            </a:lvl1pPr>
          </a:lstStyle>
          <a:p>
            <a:r>
              <a:rPr lang="en-US" noProof="0"/>
              <a:t>00.</a:t>
            </a:r>
          </a:p>
        </p:txBody>
      </p:sp>
      <p:sp>
        <p:nvSpPr>
          <p:cNvPr id="8" name="Espace réservé de la date 3"/>
          <p:cNvSpPr>
            <a:spLocks noGrp="1"/>
          </p:cNvSpPr>
          <p:nvPr>
            <p:ph type="dt" sz="half" idx="10"/>
          </p:nvPr>
        </p:nvSpPr>
        <p:spPr bwMode="gray">
          <a:xfrm>
            <a:off x="0" y="6405033"/>
            <a:ext cx="478368" cy="452968"/>
          </a:xfrm>
        </p:spPr>
        <p:txBody>
          <a:bodyPr/>
          <a:lstStyle>
            <a:lvl1pPr>
              <a:defRPr sz="133">
                <a:solidFill>
                  <a:schemeClr val="bg1">
                    <a:alpha val="0"/>
                  </a:schemeClr>
                </a:solidFill>
              </a:defRPr>
            </a:lvl1pPr>
          </a:lstStyle>
          <a:p>
            <a:r>
              <a:rPr lang="fr-FR" noProof="0"/>
              <a:t>Date</a:t>
            </a:r>
            <a:endParaRPr lang="en-US" noProof="0"/>
          </a:p>
        </p:txBody>
      </p:sp>
      <p:sp>
        <p:nvSpPr>
          <p:cNvPr id="9" name="Espace réservé du pied de page 4"/>
          <p:cNvSpPr>
            <a:spLocks noGrp="1"/>
          </p:cNvSpPr>
          <p:nvPr>
            <p:ph type="ftr" sz="quarter" idx="11"/>
          </p:nvPr>
        </p:nvSpPr>
        <p:spPr bwMode="gray">
          <a:xfrm>
            <a:off x="1" y="6405033"/>
            <a:ext cx="478367" cy="452967"/>
          </a:xfrm>
        </p:spPr>
        <p:txBody>
          <a:bodyPr/>
          <a:lstStyle>
            <a:lvl1pPr>
              <a:defRPr sz="133">
                <a:solidFill>
                  <a:schemeClr val="bg1">
                    <a:alpha val="0"/>
                  </a:schemeClr>
                </a:solidFill>
              </a:defRPr>
            </a:lvl1pPr>
          </a:lstStyle>
          <a:p>
            <a:r>
              <a:rPr lang="en-US" noProof="0"/>
              <a:t>Presentation title</a:t>
            </a:r>
          </a:p>
        </p:txBody>
      </p:sp>
      <p:sp>
        <p:nvSpPr>
          <p:cNvPr id="10" name="Espace réservé du numéro de diapositive 5"/>
          <p:cNvSpPr>
            <a:spLocks noGrp="1"/>
          </p:cNvSpPr>
          <p:nvPr>
            <p:ph type="sldNum" sz="quarter" idx="12"/>
          </p:nvPr>
        </p:nvSpPr>
        <p:spPr bwMode="gray">
          <a:xfrm>
            <a:off x="5414" y="6405033"/>
            <a:ext cx="472953" cy="452967"/>
          </a:xfrm>
        </p:spPr>
        <p:txBody>
          <a:bodyPr/>
          <a:lstStyle>
            <a:lvl1pPr>
              <a:defRPr sz="133">
                <a:solidFill>
                  <a:schemeClr val="bg1">
                    <a:alpha val="0"/>
                  </a:schemeClr>
                </a:solidFill>
              </a:defRPr>
            </a:lvl1pPr>
          </a:lstStyle>
          <a:p>
            <a:fld id="{10C140CD-8AED-46FF-A9A2-77308F3F39AE}" type="slidenum">
              <a:rPr lang="en-US" noProof="0" smtClean="0"/>
              <a:pPr/>
              <a:t>‹#›</a:t>
            </a:fld>
            <a:endParaRPr lang="en-US" noProof="0"/>
          </a:p>
        </p:txBody>
      </p:sp>
      <p:sp>
        <p:nvSpPr>
          <p:cNvPr id="5" name="Espace réservé du texte 4"/>
          <p:cNvSpPr>
            <a:spLocks noGrp="1"/>
          </p:cNvSpPr>
          <p:nvPr>
            <p:ph type="body" sz="quarter" idx="13" hasCustomPrompt="1"/>
          </p:nvPr>
        </p:nvSpPr>
        <p:spPr bwMode="gray">
          <a:xfrm>
            <a:off x="1534584" y="3282565"/>
            <a:ext cx="9457267" cy="2595420"/>
          </a:xfrm>
        </p:spPr>
        <p:txBody>
          <a:bodyPr/>
          <a:lstStyle>
            <a:lvl1pPr algn="l">
              <a:lnSpc>
                <a:spcPct val="95000"/>
              </a:lnSpc>
              <a:defRPr sz="4000">
                <a:solidFill>
                  <a:schemeClr val="bg1"/>
                </a:solidFill>
              </a:defRPr>
            </a:lvl1pPr>
          </a:lstStyle>
          <a:p>
            <a:pPr lvl="0"/>
            <a:r>
              <a:rPr lang="en-US" noProof="0"/>
              <a:t>Chapter title</a:t>
            </a:r>
          </a:p>
        </p:txBody>
      </p:sp>
      <p:pic>
        <p:nvPicPr>
          <p:cNvPr id="7" name="Imag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bwMode="gray">
          <a:xfrm>
            <a:off x="10650966" y="6157107"/>
            <a:ext cx="1103997" cy="248600"/>
          </a:xfrm>
          <a:prstGeom prst="rect">
            <a:avLst/>
          </a:prstGeom>
        </p:spPr>
      </p:pic>
    </p:spTree>
    <p:extLst>
      <p:ext uri="{BB962C8B-B14F-4D97-AF65-F5344CB8AC3E}">
        <p14:creationId xmlns:p14="http://schemas.microsoft.com/office/powerpoint/2010/main" val="426547057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hapter P381C">
    <p:spTree>
      <p:nvGrpSpPr>
        <p:cNvPr id="1" name=""/>
        <p:cNvGrpSpPr/>
        <p:nvPr/>
      </p:nvGrpSpPr>
      <p:grpSpPr>
        <a:xfrm>
          <a:off x="0" y="0"/>
          <a:ext cx="0" cy="0"/>
          <a:chOff x="0" y="0"/>
          <a:chExt cx="0" cy="0"/>
        </a:xfrm>
      </p:grpSpPr>
      <p:sp>
        <p:nvSpPr>
          <p:cNvPr id="11" name="Rectangle 10"/>
          <p:cNvSpPr/>
          <p:nvPr userDrawn="1"/>
        </p:nvSpPr>
        <p:spPr bwMode="gray">
          <a:xfrm>
            <a:off x="0" y="0"/>
            <a:ext cx="12192000" cy="6858000"/>
          </a:xfrm>
          <a:prstGeom prst="rect">
            <a:avLst/>
          </a:prstGeom>
          <a:solidFill>
            <a:srgbClr val="DCD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noProof="0"/>
          </a:p>
        </p:txBody>
      </p:sp>
      <p:sp>
        <p:nvSpPr>
          <p:cNvPr id="4" name="Titre 3"/>
          <p:cNvSpPr>
            <a:spLocks noGrp="1"/>
          </p:cNvSpPr>
          <p:nvPr>
            <p:ph type="title" hasCustomPrompt="1"/>
          </p:nvPr>
        </p:nvSpPr>
        <p:spPr bwMode="gray">
          <a:xfrm>
            <a:off x="1534583" y="520717"/>
            <a:ext cx="9457268" cy="2448735"/>
          </a:xfrm>
        </p:spPr>
        <p:txBody>
          <a:bodyPr anchor="b" anchorCtr="0"/>
          <a:lstStyle>
            <a:lvl1pPr algn="l">
              <a:defRPr sz="10666" b="0">
                <a:solidFill>
                  <a:schemeClr val="bg1"/>
                </a:solidFill>
                <a:latin typeface="Arial Black" panose="020B0A04020102020204" pitchFamily="34" charset="0"/>
              </a:defRPr>
            </a:lvl1pPr>
          </a:lstStyle>
          <a:p>
            <a:r>
              <a:rPr lang="en-US" noProof="0"/>
              <a:t>00.</a:t>
            </a:r>
          </a:p>
        </p:txBody>
      </p:sp>
      <p:sp>
        <p:nvSpPr>
          <p:cNvPr id="8" name="Espace réservé de la date 3"/>
          <p:cNvSpPr>
            <a:spLocks noGrp="1"/>
          </p:cNvSpPr>
          <p:nvPr>
            <p:ph type="dt" sz="half" idx="10"/>
          </p:nvPr>
        </p:nvSpPr>
        <p:spPr bwMode="gray">
          <a:xfrm>
            <a:off x="0" y="6405033"/>
            <a:ext cx="478368" cy="452968"/>
          </a:xfrm>
        </p:spPr>
        <p:txBody>
          <a:bodyPr/>
          <a:lstStyle>
            <a:lvl1pPr>
              <a:defRPr sz="133">
                <a:solidFill>
                  <a:schemeClr val="bg1">
                    <a:alpha val="0"/>
                  </a:schemeClr>
                </a:solidFill>
              </a:defRPr>
            </a:lvl1pPr>
          </a:lstStyle>
          <a:p>
            <a:r>
              <a:rPr lang="fr-FR" noProof="0"/>
              <a:t>Date</a:t>
            </a:r>
            <a:endParaRPr lang="en-US" noProof="0"/>
          </a:p>
        </p:txBody>
      </p:sp>
      <p:sp>
        <p:nvSpPr>
          <p:cNvPr id="9" name="Espace réservé du pied de page 4"/>
          <p:cNvSpPr>
            <a:spLocks noGrp="1"/>
          </p:cNvSpPr>
          <p:nvPr>
            <p:ph type="ftr" sz="quarter" idx="11"/>
          </p:nvPr>
        </p:nvSpPr>
        <p:spPr bwMode="gray">
          <a:xfrm>
            <a:off x="1" y="6405033"/>
            <a:ext cx="478367" cy="452967"/>
          </a:xfrm>
        </p:spPr>
        <p:txBody>
          <a:bodyPr/>
          <a:lstStyle>
            <a:lvl1pPr>
              <a:defRPr sz="133">
                <a:solidFill>
                  <a:schemeClr val="bg1">
                    <a:alpha val="0"/>
                  </a:schemeClr>
                </a:solidFill>
              </a:defRPr>
            </a:lvl1pPr>
          </a:lstStyle>
          <a:p>
            <a:r>
              <a:rPr lang="en-US" noProof="0"/>
              <a:t>Presentation title</a:t>
            </a:r>
          </a:p>
        </p:txBody>
      </p:sp>
      <p:sp>
        <p:nvSpPr>
          <p:cNvPr id="10" name="Espace réservé du numéro de diapositive 5"/>
          <p:cNvSpPr>
            <a:spLocks noGrp="1"/>
          </p:cNvSpPr>
          <p:nvPr>
            <p:ph type="sldNum" sz="quarter" idx="12"/>
          </p:nvPr>
        </p:nvSpPr>
        <p:spPr bwMode="gray">
          <a:xfrm>
            <a:off x="5414" y="6405033"/>
            <a:ext cx="472953" cy="452967"/>
          </a:xfrm>
        </p:spPr>
        <p:txBody>
          <a:bodyPr/>
          <a:lstStyle>
            <a:lvl1pPr>
              <a:defRPr sz="133">
                <a:solidFill>
                  <a:schemeClr val="bg1">
                    <a:alpha val="0"/>
                  </a:schemeClr>
                </a:solidFill>
              </a:defRPr>
            </a:lvl1pPr>
          </a:lstStyle>
          <a:p>
            <a:fld id="{10C140CD-8AED-46FF-A9A2-77308F3F39AE}" type="slidenum">
              <a:rPr lang="en-US" noProof="0" smtClean="0"/>
              <a:pPr/>
              <a:t>‹#›</a:t>
            </a:fld>
            <a:endParaRPr lang="en-US" noProof="0"/>
          </a:p>
        </p:txBody>
      </p:sp>
      <p:sp>
        <p:nvSpPr>
          <p:cNvPr id="5" name="Espace réservé du texte 4"/>
          <p:cNvSpPr>
            <a:spLocks noGrp="1"/>
          </p:cNvSpPr>
          <p:nvPr>
            <p:ph type="body" sz="quarter" idx="13" hasCustomPrompt="1"/>
          </p:nvPr>
        </p:nvSpPr>
        <p:spPr bwMode="gray">
          <a:xfrm>
            <a:off x="1534584" y="3282565"/>
            <a:ext cx="9457267" cy="2595420"/>
          </a:xfrm>
        </p:spPr>
        <p:txBody>
          <a:bodyPr/>
          <a:lstStyle>
            <a:lvl1pPr algn="l">
              <a:lnSpc>
                <a:spcPct val="95000"/>
              </a:lnSpc>
              <a:defRPr sz="4000">
                <a:solidFill>
                  <a:schemeClr val="bg1"/>
                </a:solidFill>
              </a:defRPr>
            </a:lvl1pPr>
          </a:lstStyle>
          <a:p>
            <a:pPr lvl="0"/>
            <a:r>
              <a:rPr lang="en-US" noProof="0"/>
              <a:t>Chapter title</a:t>
            </a:r>
          </a:p>
        </p:txBody>
      </p:sp>
      <p:pic>
        <p:nvPicPr>
          <p:cNvPr id="7" name="Imag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bwMode="gray">
          <a:xfrm>
            <a:off x="10650966" y="6157107"/>
            <a:ext cx="1103997" cy="248600"/>
          </a:xfrm>
          <a:prstGeom prst="rect">
            <a:avLst/>
          </a:prstGeom>
        </p:spPr>
      </p:pic>
    </p:spTree>
    <p:extLst>
      <p:ext uri="{BB962C8B-B14F-4D97-AF65-F5344CB8AC3E}">
        <p14:creationId xmlns:p14="http://schemas.microsoft.com/office/powerpoint/2010/main" val="43074109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hapter P7506C">
    <p:spTree>
      <p:nvGrpSpPr>
        <p:cNvPr id="1" name=""/>
        <p:cNvGrpSpPr/>
        <p:nvPr/>
      </p:nvGrpSpPr>
      <p:grpSpPr>
        <a:xfrm>
          <a:off x="0" y="0"/>
          <a:ext cx="0" cy="0"/>
          <a:chOff x="0" y="0"/>
          <a:chExt cx="0" cy="0"/>
        </a:xfrm>
      </p:grpSpPr>
      <p:sp>
        <p:nvSpPr>
          <p:cNvPr id="11" name="Rectangle 10"/>
          <p:cNvSpPr/>
          <p:nvPr userDrawn="1"/>
        </p:nvSpPr>
        <p:spPr bwMode="gray">
          <a:xfrm>
            <a:off x="0" y="0"/>
            <a:ext cx="12192000" cy="6858000"/>
          </a:xfrm>
          <a:prstGeom prst="rect">
            <a:avLst/>
          </a:prstGeom>
          <a:solidFill>
            <a:srgbClr val="FFCD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noProof="0"/>
          </a:p>
        </p:txBody>
      </p:sp>
      <p:sp>
        <p:nvSpPr>
          <p:cNvPr id="4" name="Titre 3"/>
          <p:cNvSpPr>
            <a:spLocks noGrp="1"/>
          </p:cNvSpPr>
          <p:nvPr>
            <p:ph type="title" hasCustomPrompt="1"/>
          </p:nvPr>
        </p:nvSpPr>
        <p:spPr bwMode="gray">
          <a:xfrm>
            <a:off x="1534583" y="520717"/>
            <a:ext cx="9457268" cy="2448735"/>
          </a:xfrm>
        </p:spPr>
        <p:txBody>
          <a:bodyPr anchor="b" anchorCtr="0"/>
          <a:lstStyle>
            <a:lvl1pPr algn="l">
              <a:defRPr sz="10666" b="0">
                <a:solidFill>
                  <a:schemeClr val="bg1"/>
                </a:solidFill>
                <a:latin typeface="Arial Black" panose="020B0A04020102020204" pitchFamily="34" charset="0"/>
              </a:defRPr>
            </a:lvl1pPr>
          </a:lstStyle>
          <a:p>
            <a:r>
              <a:rPr lang="en-US" noProof="0"/>
              <a:t>00.</a:t>
            </a:r>
          </a:p>
        </p:txBody>
      </p:sp>
      <p:sp>
        <p:nvSpPr>
          <p:cNvPr id="8" name="Espace réservé de la date 3"/>
          <p:cNvSpPr>
            <a:spLocks noGrp="1"/>
          </p:cNvSpPr>
          <p:nvPr>
            <p:ph type="dt" sz="half" idx="10"/>
          </p:nvPr>
        </p:nvSpPr>
        <p:spPr bwMode="gray">
          <a:xfrm>
            <a:off x="0" y="6405033"/>
            <a:ext cx="478368" cy="452968"/>
          </a:xfrm>
        </p:spPr>
        <p:txBody>
          <a:bodyPr/>
          <a:lstStyle>
            <a:lvl1pPr>
              <a:defRPr sz="133">
                <a:solidFill>
                  <a:schemeClr val="bg1">
                    <a:alpha val="0"/>
                  </a:schemeClr>
                </a:solidFill>
              </a:defRPr>
            </a:lvl1pPr>
          </a:lstStyle>
          <a:p>
            <a:r>
              <a:rPr lang="fr-FR" noProof="0"/>
              <a:t>Date</a:t>
            </a:r>
            <a:endParaRPr lang="en-US" noProof="0"/>
          </a:p>
        </p:txBody>
      </p:sp>
      <p:sp>
        <p:nvSpPr>
          <p:cNvPr id="9" name="Espace réservé du pied de page 4"/>
          <p:cNvSpPr>
            <a:spLocks noGrp="1"/>
          </p:cNvSpPr>
          <p:nvPr>
            <p:ph type="ftr" sz="quarter" idx="11"/>
          </p:nvPr>
        </p:nvSpPr>
        <p:spPr bwMode="gray">
          <a:xfrm>
            <a:off x="1" y="6405033"/>
            <a:ext cx="478367" cy="452967"/>
          </a:xfrm>
        </p:spPr>
        <p:txBody>
          <a:bodyPr/>
          <a:lstStyle>
            <a:lvl1pPr>
              <a:defRPr sz="133">
                <a:solidFill>
                  <a:schemeClr val="bg1">
                    <a:alpha val="0"/>
                  </a:schemeClr>
                </a:solidFill>
              </a:defRPr>
            </a:lvl1pPr>
          </a:lstStyle>
          <a:p>
            <a:r>
              <a:rPr lang="en-US" noProof="0"/>
              <a:t>Presentation title</a:t>
            </a:r>
          </a:p>
        </p:txBody>
      </p:sp>
      <p:sp>
        <p:nvSpPr>
          <p:cNvPr id="10" name="Espace réservé du numéro de diapositive 5"/>
          <p:cNvSpPr>
            <a:spLocks noGrp="1"/>
          </p:cNvSpPr>
          <p:nvPr>
            <p:ph type="sldNum" sz="quarter" idx="12"/>
          </p:nvPr>
        </p:nvSpPr>
        <p:spPr bwMode="gray">
          <a:xfrm>
            <a:off x="5414" y="6405033"/>
            <a:ext cx="472953" cy="452967"/>
          </a:xfrm>
        </p:spPr>
        <p:txBody>
          <a:bodyPr/>
          <a:lstStyle>
            <a:lvl1pPr>
              <a:defRPr sz="133">
                <a:solidFill>
                  <a:schemeClr val="bg1">
                    <a:alpha val="0"/>
                  </a:schemeClr>
                </a:solidFill>
              </a:defRPr>
            </a:lvl1pPr>
          </a:lstStyle>
          <a:p>
            <a:fld id="{10C140CD-8AED-46FF-A9A2-77308F3F39AE}" type="slidenum">
              <a:rPr lang="en-US" noProof="0" smtClean="0"/>
              <a:pPr/>
              <a:t>‹#›</a:t>
            </a:fld>
            <a:endParaRPr lang="en-US" noProof="0"/>
          </a:p>
        </p:txBody>
      </p:sp>
      <p:sp>
        <p:nvSpPr>
          <p:cNvPr id="5" name="Espace réservé du texte 4"/>
          <p:cNvSpPr>
            <a:spLocks noGrp="1"/>
          </p:cNvSpPr>
          <p:nvPr>
            <p:ph type="body" sz="quarter" idx="13" hasCustomPrompt="1"/>
          </p:nvPr>
        </p:nvSpPr>
        <p:spPr bwMode="gray">
          <a:xfrm>
            <a:off x="1534584" y="3282565"/>
            <a:ext cx="9457267" cy="2595420"/>
          </a:xfrm>
        </p:spPr>
        <p:txBody>
          <a:bodyPr/>
          <a:lstStyle>
            <a:lvl1pPr algn="l">
              <a:lnSpc>
                <a:spcPct val="95000"/>
              </a:lnSpc>
              <a:defRPr sz="4000">
                <a:solidFill>
                  <a:schemeClr val="bg1"/>
                </a:solidFill>
              </a:defRPr>
            </a:lvl1pPr>
          </a:lstStyle>
          <a:p>
            <a:pPr lvl="0"/>
            <a:r>
              <a:rPr lang="en-US" noProof="0"/>
              <a:t>Chapter title</a:t>
            </a:r>
          </a:p>
        </p:txBody>
      </p:sp>
      <p:pic>
        <p:nvPicPr>
          <p:cNvPr id="7" name="Imag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bwMode="gray">
          <a:xfrm>
            <a:off x="10650966" y="6157107"/>
            <a:ext cx="1103997" cy="248600"/>
          </a:xfrm>
          <a:prstGeom prst="rect">
            <a:avLst/>
          </a:prstGeom>
        </p:spPr>
      </p:pic>
    </p:spTree>
    <p:extLst>
      <p:ext uri="{BB962C8B-B14F-4D97-AF65-F5344CB8AC3E}">
        <p14:creationId xmlns:p14="http://schemas.microsoft.com/office/powerpoint/2010/main" val="317647904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hapter P7670C">
    <p:spTree>
      <p:nvGrpSpPr>
        <p:cNvPr id="1" name=""/>
        <p:cNvGrpSpPr/>
        <p:nvPr/>
      </p:nvGrpSpPr>
      <p:grpSpPr>
        <a:xfrm>
          <a:off x="0" y="0"/>
          <a:ext cx="0" cy="0"/>
          <a:chOff x="0" y="0"/>
          <a:chExt cx="0" cy="0"/>
        </a:xfrm>
      </p:grpSpPr>
      <p:sp>
        <p:nvSpPr>
          <p:cNvPr id="11" name="Rectangle 10"/>
          <p:cNvSpPr/>
          <p:nvPr userDrawn="1"/>
        </p:nvSpPr>
        <p:spPr bwMode="gray">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noProof="0"/>
          </a:p>
        </p:txBody>
      </p:sp>
      <p:sp>
        <p:nvSpPr>
          <p:cNvPr id="4" name="Titre 3"/>
          <p:cNvSpPr>
            <a:spLocks noGrp="1"/>
          </p:cNvSpPr>
          <p:nvPr>
            <p:ph type="title" hasCustomPrompt="1"/>
          </p:nvPr>
        </p:nvSpPr>
        <p:spPr bwMode="gray">
          <a:xfrm>
            <a:off x="1534583" y="520717"/>
            <a:ext cx="9457268" cy="2448735"/>
          </a:xfrm>
        </p:spPr>
        <p:txBody>
          <a:bodyPr anchor="b" anchorCtr="0"/>
          <a:lstStyle>
            <a:lvl1pPr algn="l">
              <a:defRPr sz="10666" b="0">
                <a:solidFill>
                  <a:schemeClr val="bg1"/>
                </a:solidFill>
                <a:latin typeface="Arial Black" panose="020B0A04020102020204" pitchFamily="34" charset="0"/>
              </a:defRPr>
            </a:lvl1pPr>
          </a:lstStyle>
          <a:p>
            <a:r>
              <a:rPr lang="en-US" noProof="0"/>
              <a:t>00.</a:t>
            </a:r>
          </a:p>
        </p:txBody>
      </p:sp>
      <p:sp>
        <p:nvSpPr>
          <p:cNvPr id="8" name="Espace réservé de la date 3"/>
          <p:cNvSpPr>
            <a:spLocks noGrp="1"/>
          </p:cNvSpPr>
          <p:nvPr>
            <p:ph type="dt" sz="half" idx="10"/>
          </p:nvPr>
        </p:nvSpPr>
        <p:spPr bwMode="gray">
          <a:xfrm>
            <a:off x="0" y="6405033"/>
            <a:ext cx="478368" cy="452968"/>
          </a:xfrm>
        </p:spPr>
        <p:txBody>
          <a:bodyPr/>
          <a:lstStyle>
            <a:lvl1pPr>
              <a:defRPr sz="133">
                <a:solidFill>
                  <a:schemeClr val="bg1">
                    <a:alpha val="0"/>
                  </a:schemeClr>
                </a:solidFill>
              </a:defRPr>
            </a:lvl1pPr>
          </a:lstStyle>
          <a:p>
            <a:r>
              <a:rPr lang="fr-FR" noProof="0"/>
              <a:t>Date</a:t>
            </a:r>
            <a:endParaRPr lang="en-US" noProof="0"/>
          </a:p>
        </p:txBody>
      </p:sp>
      <p:sp>
        <p:nvSpPr>
          <p:cNvPr id="9" name="Espace réservé du pied de page 4"/>
          <p:cNvSpPr>
            <a:spLocks noGrp="1"/>
          </p:cNvSpPr>
          <p:nvPr>
            <p:ph type="ftr" sz="quarter" idx="11"/>
          </p:nvPr>
        </p:nvSpPr>
        <p:spPr bwMode="gray">
          <a:xfrm>
            <a:off x="1" y="6405033"/>
            <a:ext cx="478367" cy="452967"/>
          </a:xfrm>
        </p:spPr>
        <p:txBody>
          <a:bodyPr/>
          <a:lstStyle>
            <a:lvl1pPr>
              <a:defRPr sz="133">
                <a:solidFill>
                  <a:schemeClr val="bg1">
                    <a:alpha val="0"/>
                  </a:schemeClr>
                </a:solidFill>
              </a:defRPr>
            </a:lvl1pPr>
          </a:lstStyle>
          <a:p>
            <a:r>
              <a:rPr lang="en-US" noProof="0"/>
              <a:t>Presentation title</a:t>
            </a:r>
          </a:p>
        </p:txBody>
      </p:sp>
      <p:sp>
        <p:nvSpPr>
          <p:cNvPr id="10" name="Espace réservé du numéro de diapositive 5"/>
          <p:cNvSpPr>
            <a:spLocks noGrp="1"/>
          </p:cNvSpPr>
          <p:nvPr>
            <p:ph type="sldNum" sz="quarter" idx="12"/>
          </p:nvPr>
        </p:nvSpPr>
        <p:spPr bwMode="gray">
          <a:xfrm>
            <a:off x="5414" y="6405033"/>
            <a:ext cx="472953" cy="452967"/>
          </a:xfrm>
        </p:spPr>
        <p:txBody>
          <a:bodyPr/>
          <a:lstStyle>
            <a:lvl1pPr>
              <a:defRPr sz="133">
                <a:solidFill>
                  <a:schemeClr val="bg1">
                    <a:alpha val="0"/>
                  </a:schemeClr>
                </a:solidFill>
              </a:defRPr>
            </a:lvl1pPr>
          </a:lstStyle>
          <a:p>
            <a:fld id="{10C140CD-8AED-46FF-A9A2-77308F3F39AE}" type="slidenum">
              <a:rPr lang="en-US" noProof="0" smtClean="0"/>
              <a:pPr/>
              <a:t>‹#›</a:t>
            </a:fld>
            <a:endParaRPr lang="en-US" noProof="0"/>
          </a:p>
        </p:txBody>
      </p:sp>
      <p:sp>
        <p:nvSpPr>
          <p:cNvPr id="5" name="Espace réservé du texte 4"/>
          <p:cNvSpPr>
            <a:spLocks noGrp="1"/>
          </p:cNvSpPr>
          <p:nvPr>
            <p:ph type="body" sz="quarter" idx="13" hasCustomPrompt="1"/>
          </p:nvPr>
        </p:nvSpPr>
        <p:spPr bwMode="gray">
          <a:xfrm>
            <a:off x="1534584" y="3282565"/>
            <a:ext cx="9457267" cy="2595420"/>
          </a:xfrm>
        </p:spPr>
        <p:txBody>
          <a:bodyPr/>
          <a:lstStyle>
            <a:lvl1pPr algn="l">
              <a:lnSpc>
                <a:spcPct val="95000"/>
              </a:lnSpc>
              <a:defRPr sz="4000">
                <a:solidFill>
                  <a:schemeClr val="bg1"/>
                </a:solidFill>
              </a:defRPr>
            </a:lvl1pPr>
          </a:lstStyle>
          <a:p>
            <a:pPr lvl="0"/>
            <a:r>
              <a:rPr lang="en-US" noProof="0"/>
              <a:t>Chapter title</a:t>
            </a:r>
          </a:p>
        </p:txBody>
      </p:sp>
      <p:pic>
        <p:nvPicPr>
          <p:cNvPr id="7" name="Imag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bwMode="gray">
          <a:xfrm>
            <a:off x="10650966" y="6157107"/>
            <a:ext cx="1103997" cy="248600"/>
          </a:xfrm>
          <a:prstGeom prst="rect">
            <a:avLst/>
          </a:prstGeom>
        </p:spPr>
      </p:pic>
    </p:spTree>
    <p:extLst>
      <p:ext uri="{BB962C8B-B14F-4D97-AF65-F5344CB8AC3E}">
        <p14:creationId xmlns:p14="http://schemas.microsoft.com/office/powerpoint/2010/main" val="184897938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hapter P1787C">
    <p:spTree>
      <p:nvGrpSpPr>
        <p:cNvPr id="1" name=""/>
        <p:cNvGrpSpPr/>
        <p:nvPr/>
      </p:nvGrpSpPr>
      <p:grpSpPr>
        <a:xfrm>
          <a:off x="0" y="0"/>
          <a:ext cx="0" cy="0"/>
          <a:chOff x="0" y="0"/>
          <a:chExt cx="0" cy="0"/>
        </a:xfrm>
      </p:grpSpPr>
      <p:sp>
        <p:nvSpPr>
          <p:cNvPr id="11" name="Rectangle 10"/>
          <p:cNvSpPr/>
          <p:nvPr userDrawn="1"/>
        </p:nvSpPr>
        <p:spPr bwMode="gray">
          <a:xfrm>
            <a:off x="0" y="0"/>
            <a:ext cx="12192000" cy="6858000"/>
          </a:xfrm>
          <a:prstGeom prst="rect">
            <a:avLst/>
          </a:prstGeom>
          <a:solidFill>
            <a:srgbClr val="E632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noProof="0"/>
          </a:p>
        </p:txBody>
      </p:sp>
      <p:sp>
        <p:nvSpPr>
          <p:cNvPr id="4" name="Titre 3"/>
          <p:cNvSpPr>
            <a:spLocks noGrp="1"/>
          </p:cNvSpPr>
          <p:nvPr>
            <p:ph type="title" hasCustomPrompt="1"/>
          </p:nvPr>
        </p:nvSpPr>
        <p:spPr bwMode="gray">
          <a:xfrm>
            <a:off x="1534583" y="520717"/>
            <a:ext cx="9457268" cy="2448735"/>
          </a:xfrm>
        </p:spPr>
        <p:txBody>
          <a:bodyPr anchor="b" anchorCtr="0"/>
          <a:lstStyle>
            <a:lvl1pPr algn="l">
              <a:defRPr sz="10666" b="0">
                <a:solidFill>
                  <a:schemeClr val="bg1"/>
                </a:solidFill>
                <a:latin typeface="Arial Black" panose="020B0A04020102020204" pitchFamily="34" charset="0"/>
              </a:defRPr>
            </a:lvl1pPr>
          </a:lstStyle>
          <a:p>
            <a:r>
              <a:rPr lang="en-US" noProof="0"/>
              <a:t>00.</a:t>
            </a:r>
          </a:p>
        </p:txBody>
      </p:sp>
      <p:sp>
        <p:nvSpPr>
          <p:cNvPr id="8" name="Espace réservé de la date 3"/>
          <p:cNvSpPr>
            <a:spLocks noGrp="1"/>
          </p:cNvSpPr>
          <p:nvPr>
            <p:ph type="dt" sz="half" idx="10"/>
          </p:nvPr>
        </p:nvSpPr>
        <p:spPr bwMode="gray">
          <a:xfrm>
            <a:off x="0" y="6405033"/>
            <a:ext cx="478368" cy="452968"/>
          </a:xfrm>
        </p:spPr>
        <p:txBody>
          <a:bodyPr/>
          <a:lstStyle>
            <a:lvl1pPr>
              <a:defRPr sz="133">
                <a:solidFill>
                  <a:schemeClr val="bg1">
                    <a:alpha val="0"/>
                  </a:schemeClr>
                </a:solidFill>
              </a:defRPr>
            </a:lvl1pPr>
          </a:lstStyle>
          <a:p>
            <a:r>
              <a:rPr lang="fr-FR" noProof="0"/>
              <a:t>Date</a:t>
            </a:r>
            <a:endParaRPr lang="en-US" noProof="0"/>
          </a:p>
        </p:txBody>
      </p:sp>
      <p:sp>
        <p:nvSpPr>
          <p:cNvPr id="9" name="Espace réservé du pied de page 4"/>
          <p:cNvSpPr>
            <a:spLocks noGrp="1"/>
          </p:cNvSpPr>
          <p:nvPr>
            <p:ph type="ftr" sz="quarter" idx="11"/>
          </p:nvPr>
        </p:nvSpPr>
        <p:spPr bwMode="gray">
          <a:xfrm>
            <a:off x="1" y="6405033"/>
            <a:ext cx="478367" cy="452967"/>
          </a:xfrm>
        </p:spPr>
        <p:txBody>
          <a:bodyPr/>
          <a:lstStyle>
            <a:lvl1pPr>
              <a:defRPr sz="133">
                <a:solidFill>
                  <a:schemeClr val="bg1">
                    <a:alpha val="0"/>
                  </a:schemeClr>
                </a:solidFill>
              </a:defRPr>
            </a:lvl1pPr>
          </a:lstStyle>
          <a:p>
            <a:r>
              <a:rPr lang="en-US" noProof="0"/>
              <a:t>Presentation title</a:t>
            </a:r>
          </a:p>
        </p:txBody>
      </p:sp>
      <p:sp>
        <p:nvSpPr>
          <p:cNvPr id="10" name="Espace réservé du numéro de diapositive 5"/>
          <p:cNvSpPr>
            <a:spLocks noGrp="1"/>
          </p:cNvSpPr>
          <p:nvPr>
            <p:ph type="sldNum" sz="quarter" idx="12"/>
          </p:nvPr>
        </p:nvSpPr>
        <p:spPr bwMode="gray">
          <a:xfrm>
            <a:off x="5414" y="6405033"/>
            <a:ext cx="472953" cy="452967"/>
          </a:xfrm>
        </p:spPr>
        <p:txBody>
          <a:bodyPr/>
          <a:lstStyle>
            <a:lvl1pPr>
              <a:defRPr sz="133">
                <a:solidFill>
                  <a:schemeClr val="bg1">
                    <a:alpha val="0"/>
                  </a:schemeClr>
                </a:solidFill>
              </a:defRPr>
            </a:lvl1pPr>
          </a:lstStyle>
          <a:p>
            <a:fld id="{10C140CD-8AED-46FF-A9A2-77308F3F39AE}" type="slidenum">
              <a:rPr lang="en-US" noProof="0" smtClean="0"/>
              <a:pPr/>
              <a:t>‹#›</a:t>
            </a:fld>
            <a:endParaRPr lang="en-US" noProof="0"/>
          </a:p>
        </p:txBody>
      </p:sp>
      <p:sp>
        <p:nvSpPr>
          <p:cNvPr id="5" name="Espace réservé du texte 4"/>
          <p:cNvSpPr>
            <a:spLocks noGrp="1"/>
          </p:cNvSpPr>
          <p:nvPr>
            <p:ph type="body" sz="quarter" idx="13" hasCustomPrompt="1"/>
          </p:nvPr>
        </p:nvSpPr>
        <p:spPr bwMode="gray">
          <a:xfrm>
            <a:off x="1534584" y="3282565"/>
            <a:ext cx="9457267" cy="2595420"/>
          </a:xfrm>
        </p:spPr>
        <p:txBody>
          <a:bodyPr/>
          <a:lstStyle>
            <a:lvl1pPr algn="l">
              <a:lnSpc>
                <a:spcPct val="95000"/>
              </a:lnSpc>
              <a:defRPr sz="4000">
                <a:solidFill>
                  <a:schemeClr val="bg1"/>
                </a:solidFill>
              </a:defRPr>
            </a:lvl1pPr>
          </a:lstStyle>
          <a:p>
            <a:pPr lvl="0"/>
            <a:r>
              <a:rPr lang="en-US" noProof="0"/>
              <a:t>Chapter title</a:t>
            </a:r>
          </a:p>
        </p:txBody>
      </p:sp>
      <p:pic>
        <p:nvPicPr>
          <p:cNvPr id="7" name="Imag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bwMode="gray">
          <a:xfrm>
            <a:off x="10650966" y="6157107"/>
            <a:ext cx="1103997" cy="248600"/>
          </a:xfrm>
          <a:prstGeom prst="rect">
            <a:avLst/>
          </a:prstGeom>
        </p:spPr>
      </p:pic>
    </p:spTree>
    <p:extLst>
      <p:ext uri="{BB962C8B-B14F-4D97-AF65-F5344CB8AC3E}">
        <p14:creationId xmlns:p14="http://schemas.microsoft.com/office/powerpoint/2010/main" val="100948742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hapter P5275C">
    <p:spTree>
      <p:nvGrpSpPr>
        <p:cNvPr id="1" name=""/>
        <p:cNvGrpSpPr/>
        <p:nvPr/>
      </p:nvGrpSpPr>
      <p:grpSpPr>
        <a:xfrm>
          <a:off x="0" y="0"/>
          <a:ext cx="0" cy="0"/>
          <a:chOff x="0" y="0"/>
          <a:chExt cx="0" cy="0"/>
        </a:xfrm>
      </p:grpSpPr>
      <p:sp>
        <p:nvSpPr>
          <p:cNvPr id="11" name="Rectangle 10"/>
          <p:cNvSpPr/>
          <p:nvPr userDrawn="1"/>
        </p:nvSpPr>
        <p:spPr bwMode="gray">
          <a:xfrm>
            <a:off x="0" y="0"/>
            <a:ext cx="1219200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noProof="0"/>
          </a:p>
        </p:txBody>
      </p:sp>
      <p:sp>
        <p:nvSpPr>
          <p:cNvPr id="4" name="Titre 3"/>
          <p:cNvSpPr>
            <a:spLocks noGrp="1"/>
          </p:cNvSpPr>
          <p:nvPr>
            <p:ph type="title" hasCustomPrompt="1"/>
          </p:nvPr>
        </p:nvSpPr>
        <p:spPr bwMode="gray">
          <a:xfrm>
            <a:off x="1534583" y="520717"/>
            <a:ext cx="9457268" cy="2448735"/>
          </a:xfrm>
        </p:spPr>
        <p:txBody>
          <a:bodyPr anchor="b" anchorCtr="0"/>
          <a:lstStyle>
            <a:lvl1pPr algn="l">
              <a:defRPr sz="10666" b="0">
                <a:solidFill>
                  <a:schemeClr val="bg1"/>
                </a:solidFill>
                <a:latin typeface="Arial Black" panose="020B0A04020102020204" pitchFamily="34" charset="0"/>
              </a:defRPr>
            </a:lvl1pPr>
          </a:lstStyle>
          <a:p>
            <a:r>
              <a:rPr lang="en-US" noProof="0"/>
              <a:t>00.</a:t>
            </a:r>
          </a:p>
        </p:txBody>
      </p:sp>
      <p:sp>
        <p:nvSpPr>
          <p:cNvPr id="8" name="Espace réservé de la date 3"/>
          <p:cNvSpPr>
            <a:spLocks noGrp="1"/>
          </p:cNvSpPr>
          <p:nvPr>
            <p:ph type="dt" sz="half" idx="10"/>
          </p:nvPr>
        </p:nvSpPr>
        <p:spPr bwMode="gray">
          <a:xfrm>
            <a:off x="0" y="6405033"/>
            <a:ext cx="478368" cy="452968"/>
          </a:xfrm>
        </p:spPr>
        <p:txBody>
          <a:bodyPr/>
          <a:lstStyle>
            <a:lvl1pPr>
              <a:defRPr sz="133">
                <a:solidFill>
                  <a:schemeClr val="bg1">
                    <a:alpha val="0"/>
                  </a:schemeClr>
                </a:solidFill>
              </a:defRPr>
            </a:lvl1pPr>
          </a:lstStyle>
          <a:p>
            <a:r>
              <a:rPr lang="fr-FR" noProof="0"/>
              <a:t>Date</a:t>
            </a:r>
            <a:endParaRPr lang="en-US" noProof="0"/>
          </a:p>
        </p:txBody>
      </p:sp>
      <p:sp>
        <p:nvSpPr>
          <p:cNvPr id="9" name="Espace réservé du pied de page 4"/>
          <p:cNvSpPr>
            <a:spLocks noGrp="1"/>
          </p:cNvSpPr>
          <p:nvPr>
            <p:ph type="ftr" sz="quarter" idx="11"/>
          </p:nvPr>
        </p:nvSpPr>
        <p:spPr bwMode="gray">
          <a:xfrm>
            <a:off x="1" y="6405033"/>
            <a:ext cx="478367" cy="452967"/>
          </a:xfrm>
        </p:spPr>
        <p:txBody>
          <a:bodyPr/>
          <a:lstStyle>
            <a:lvl1pPr>
              <a:defRPr sz="133">
                <a:solidFill>
                  <a:schemeClr val="bg1">
                    <a:alpha val="0"/>
                  </a:schemeClr>
                </a:solidFill>
              </a:defRPr>
            </a:lvl1pPr>
          </a:lstStyle>
          <a:p>
            <a:r>
              <a:rPr lang="en-US" noProof="0"/>
              <a:t>Presentation title</a:t>
            </a:r>
          </a:p>
        </p:txBody>
      </p:sp>
      <p:sp>
        <p:nvSpPr>
          <p:cNvPr id="10" name="Espace réservé du numéro de diapositive 5"/>
          <p:cNvSpPr>
            <a:spLocks noGrp="1"/>
          </p:cNvSpPr>
          <p:nvPr>
            <p:ph type="sldNum" sz="quarter" idx="12"/>
          </p:nvPr>
        </p:nvSpPr>
        <p:spPr bwMode="gray">
          <a:xfrm>
            <a:off x="5414" y="6405033"/>
            <a:ext cx="472953" cy="452967"/>
          </a:xfrm>
        </p:spPr>
        <p:txBody>
          <a:bodyPr/>
          <a:lstStyle>
            <a:lvl1pPr>
              <a:defRPr sz="133">
                <a:solidFill>
                  <a:schemeClr val="bg1">
                    <a:alpha val="0"/>
                  </a:schemeClr>
                </a:solidFill>
              </a:defRPr>
            </a:lvl1pPr>
          </a:lstStyle>
          <a:p>
            <a:fld id="{10C140CD-8AED-46FF-A9A2-77308F3F39AE}" type="slidenum">
              <a:rPr lang="en-US" noProof="0" smtClean="0"/>
              <a:pPr/>
              <a:t>‹#›</a:t>
            </a:fld>
            <a:endParaRPr lang="en-US" noProof="0"/>
          </a:p>
        </p:txBody>
      </p:sp>
      <p:sp>
        <p:nvSpPr>
          <p:cNvPr id="5" name="Espace réservé du texte 4"/>
          <p:cNvSpPr>
            <a:spLocks noGrp="1"/>
          </p:cNvSpPr>
          <p:nvPr>
            <p:ph type="body" sz="quarter" idx="13" hasCustomPrompt="1"/>
          </p:nvPr>
        </p:nvSpPr>
        <p:spPr bwMode="gray">
          <a:xfrm>
            <a:off x="1534584" y="3282565"/>
            <a:ext cx="9457267" cy="2595420"/>
          </a:xfrm>
        </p:spPr>
        <p:txBody>
          <a:bodyPr/>
          <a:lstStyle>
            <a:lvl1pPr algn="l">
              <a:lnSpc>
                <a:spcPct val="95000"/>
              </a:lnSpc>
              <a:defRPr sz="4000">
                <a:solidFill>
                  <a:schemeClr val="bg1"/>
                </a:solidFill>
              </a:defRPr>
            </a:lvl1pPr>
          </a:lstStyle>
          <a:p>
            <a:pPr lvl="0"/>
            <a:r>
              <a:rPr lang="en-US" noProof="0"/>
              <a:t>Chapter title</a:t>
            </a:r>
          </a:p>
        </p:txBody>
      </p:sp>
      <p:pic>
        <p:nvPicPr>
          <p:cNvPr id="7" name="Imag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bwMode="gray">
          <a:xfrm>
            <a:off x="10650966" y="6157107"/>
            <a:ext cx="1103997" cy="248600"/>
          </a:xfrm>
          <a:prstGeom prst="rect">
            <a:avLst/>
          </a:prstGeom>
        </p:spPr>
      </p:pic>
    </p:spTree>
    <p:extLst>
      <p:ext uri="{BB962C8B-B14F-4D97-AF65-F5344CB8AC3E}">
        <p14:creationId xmlns:p14="http://schemas.microsoft.com/office/powerpoint/2010/main" val="316593681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hapter P214C">
    <p:spTree>
      <p:nvGrpSpPr>
        <p:cNvPr id="1" name=""/>
        <p:cNvGrpSpPr/>
        <p:nvPr/>
      </p:nvGrpSpPr>
      <p:grpSpPr>
        <a:xfrm>
          <a:off x="0" y="0"/>
          <a:ext cx="0" cy="0"/>
          <a:chOff x="0" y="0"/>
          <a:chExt cx="0" cy="0"/>
        </a:xfrm>
      </p:grpSpPr>
      <p:sp>
        <p:nvSpPr>
          <p:cNvPr id="11" name="Rectangle 10"/>
          <p:cNvSpPr/>
          <p:nvPr userDrawn="1"/>
        </p:nvSpPr>
        <p:spPr bwMode="gray">
          <a:xfrm>
            <a:off x="0" y="0"/>
            <a:ext cx="12192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noProof="0"/>
          </a:p>
        </p:txBody>
      </p:sp>
      <p:sp>
        <p:nvSpPr>
          <p:cNvPr id="4" name="Titre 3"/>
          <p:cNvSpPr>
            <a:spLocks noGrp="1"/>
          </p:cNvSpPr>
          <p:nvPr>
            <p:ph type="title" hasCustomPrompt="1"/>
          </p:nvPr>
        </p:nvSpPr>
        <p:spPr bwMode="gray">
          <a:xfrm>
            <a:off x="1534583" y="520717"/>
            <a:ext cx="9457268" cy="2448735"/>
          </a:xfrm>
        </p:spPr>
        <p:txBody>
          <a:bodyPr anchor="b" anchorCtr="0"/>
          <a:lstStyle>
            <a:lvl1pPr algn="l">
              <a:defRPr sz="10666" b="0">
                <a:solidFill>
                  <a:schemeClr val="bg1"/>
                </a:solidFill>
                <a:latin typeface="Arial Black" panose="020B0A04020102020204" pitchFamily="34" charset="0"/>
              </a:defRPr>
            </a:lvl1pPr>
          </a:lstStyle>
          <a:p>
            <a:r>
              <a:rPr lang="en-US" noProof="0"/>
              <a:t>00.</a:t>
            </a:r>
          </a:p>
        </p:txBody>
      </p:sp>
      <p:sp>
        <p:nvSpPr>
          <p:cNvPr id="8" name="Espace réservé de la date 3"/>
          <p:cNvSpPr>
            <a:spLocks noGrp="1"/>
          </p:cNvSpPr>
          <p:nvPr>
            <p:ph type="dt" sz="half" idx="10"/>
          </p:nvPr>
        </p:nvSpPr>
        <p:spPr bwMode="gray">
          <a:xfrm>
            <a:off x="0" y="6405033"/>
            <a:ext cx="478368" cy="452968"/>
          </a:xfrm>
        </p:spPr>
        <p:txBody>
          <a:bodyPr/>
          <a:lstStyle>
            <a:lvl1pPr>
              <a:defRPr sz="133">
                <a:solidFill>
                  <a:schemeClr val="bg1">
                    <a:alpha val="0"/>
                  </a:schemeClr>
                </a:solidFill>
              </a:defRPr>
            </a:lvl1pPr>
          </a:lstStyle>
          <a:p>
            <a:r>
              <a:rPr lang="fr-FR" noProof="0"/>
              <a:t>Date</a:t>
            </a:r>
            <a:endParaRPr lang="en-US" noProof="0"/>
          </a:p>
        </p:txBody>
      </p:sp>
      <p:sp>
        <p:nvSpPr>
          <p:cNvPr id="9" name="Espace réservé du pied de page 4"/>
          <p:cNvSpPr>
            <a:spLocks noGrp="1"/>
          </p:cNvSpPr>
          <p:nvPr>
            <p:ph type="ftr" sz="quarter" idx="11"/>
          </p:nvPr>
        </p:nvSpPr>
        <p:spPr bwMode="gray">
          <a:xfrm>
            <a:off x="1" y="6405033"/>
            <a:ext cx="478367" cy="452967"/>
          </a:xfrm>
        </p:spPr>
        <p:txBody>
          <a:bodyPr/>
          <a:lstStyle>
            <a:lvl1pPr>
              <a:defRPr sz="133">
                <a:solidFill>
                  <a:schemeClr val="bg1">
                    <a:alpha val="0"/>
                  </a:schemeClr>
                </a:solidFill>
              </a:defRPr>
            </a:lvl1pPr>
          </a:lstStyle>
          <a:p>
            <a:r>
              <a:rPr lang="en-US" noProof="0"/>
              <a:t>Presentation title</a:t>
            </a:r>
          </a:p>
        </p:txBody>
      </p:sp>
      <p:sp>
        <p:nvSpPr>
          <p:cNvPr id="10" name="Espace réservé du numéro de diapositive 5"/>
          <p:cNvSpPr>
            <a:spLocks noGrp="1"/>
          </p:cNvSpPr>
          <p:nvPr>
            <p:ph type="sldNum" sz="quarter" idx="12"/>
          </p:nvPr>
        </p:nvSpPr>
        <p:spPr bwMode="gray">
          <a:xfrm>
            <a:off x="5414" y="6405033"/>
            <a:ext cx="472953" cy="452967"/>
          </a:xfrm>
        </p:spPr>
        <p:txBody>
          <a:bodyPr/>
          <a:lstStyle>
            <a:lvl1pPr>
              <a:defRPr sz="133">
                <a:solidFill>
                  <a:schemeClr val="bg1">
                    <a:alpha val="0"/>
                  </a:schemeClr>
                </a:solidFill>
              </a:defRPr>
            </a:lvl1pPr>
          </a:lstStyle>
          <a:p>
            <a:fld id="{10C140CD-8AED-46FF-A9A2-77308F3F39AE}" type="slidenum">
              <a:rPr lang="en-US" noProof="0" smtClean="0"/>
              <a:pPr/>
              <a:t>‹#›</a:t>
            </a:fld>
            <a:endParaRPr lang="en-US" noProof="0"/>
          </a:p>
        </p:txBody>
      </p:sp>
      <p:sp>
        <p:nvSpPr>
          <p:cNvPr id="5" name="Espace réservé du texte 4"/>
          <p:cNvSpPr>
            <a:spLocks noGrp="1"/>
          </p:cNvSpPr>
          <p:nvPr>
            <p:ph type="body" sz="quarter" idx="13" hasCustomPrompt="1"/>
          </p:nvPr>
        </p:nvSpPr>
        <p:spPr bwMode="gray">
          <a:xfrm>
            <a:off x="1534584" y="3282565"/>
            <a:ext cx="9457267" cy="2595420"/>
          </a:xfrm>
        </p:spPr>
        <p:txBody>
          <a:bodyPr/>
          <a:lstStyle>
            <a:lvl1pPr algn="l">
              <a:lnSpc>
                <a:spcPct val="95000"/>
              </a:lnSpc>
              <a:defRPr sz="4000">
                <a:solidFill>
                  <a:schemeClr val="bg1"/>
                </a:solidFill>
              </a:defRPr>
            </a:lvl1pPr>
          </a:lstStyle>
          <a:p>
            <a:pPr lvl="0"/>
            <a:r>
              <a:rPr lang="en-US" noProof="0"/>
              <a:t>Chapter title</a:t>
            </a:r>
          </a:p>
        </p:txBody>
      </p:sp>
      <p:pic>
        <p:nvPicPr>
          <p:cNvPr id="7" name="Imag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bwMode="gray">
          <a:xfrm>
            <a:off x="10650966" y="6157107"/>
            <a:ext cx="1103997" cy="248600"/>
          </a:xfrm>
          <a:prstGeom prst="rect">
            <a:avLst/>
          </a:prstGeom>
        </p:spPr>
      </p:pic>
    </p:spTree>
    <p:extLst>
      <p:ext uri="{BB962C8B-B14F-4D97-AF65-F5344CB8AC3E}">
        <p14:creationId xmlns:p14="http://schemas.microsoft.com/office/powerpoint/2010/main" val="313073867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 preserve="1">
  <p:cSld name="Title &amp; text">
    <p:spTree>
      <p:nvGrpSpPr>
        <p:cNvPr id="1" name=""/>
        <p:cNvGrpSpPr/>
        <p:nvPr/>
      </p:nvGrpSpPr>
      <p:grpSpPr>
        <a:xfrm>
          <a:off x="0" y="0"/>
          <a:ext cx="0" cy="0"/>
          <a:chOff x="0" y="0"/>
          <a:chExt cx="0" cy="0"/>
        </a:xfrm>
      </p:grpSpPr>
      <p:sp>
        <p:nvSpPr>
          <p:cNvPr id="2" name="Titre 1"/>
          <p:cNvSpPr>
            <a:spLocks noGrp="1"/>
          </p:cNvSpPr>
          <p:nvPr>
            <p:ph type="title" hasCustomPrompt="1"/>
          </p:nvPr>
        </p:nvSpPr>
        <p:spPr bwMode="gray"/>
        <p:txBody>
          <a:bodyPr/>
          <a:lstStyle>
            <a:lvl1pPr algn="l">
              <a:defRPr>
                <a:solidFill>
                  <a:schemeClr val="accent5"/>
                </a:solidFill>
              </a:defRPr>
            </a:lvl1pPr>
          </a:lstStyle>
          <a:p>
            <a:r>
              <a:rPr lang="en-US" noProof="0"/>
              <a:t>Title</a:t>
            </a:r>
          </a:p>
        </p:txBody>
      </p:sp>
      <p:sp>
        <p:nvSpPr>
          <p:cNvPr id="3" name="Espace réservé du contenu 2"/>
          <p:cNvSpPr>
            <a:spLocks noGrp="1"/>
          </p:cNvSpPr>
          <p:nvPr>
            <p:ph idx="1" hasCustomPrompt="1"/>
          </p:nvPr>
        </p:nvSpPr>
        <p:spPr bwMode="gray"/>
        <p:txBody>
          <a:bodyPr/>
          <a:lstStyle/>
          <a:p>
            <a:pPr lvl="0"/>
            <a:r>
              <a:rPr lang="en-US" noProof="0"/>
              <a:t>Text level 1</a:t>
            </a:r>
          </a:p>
          <a:p>
            <a:pPr lvl="1"/>
            <a:r>
              <a:rPr lang="en-US" noProof="0"/>
              <a:t>Text level 2</a:t>
            </a:r>
          </a:p>
          <a:p>
            <a:pPr lvl="2"/>
            <a:r>
              <a:rPr lang="en-US" noProof="0"/>
              <a:t>Text level 3</a:t>
            </a:r>
          </a:p>
          <a:p>
            <a:pPr lvl="3"/>
            <a:r>
              <a:rPr lang="en-US" noProof="0"/>
              <a:t>Text level 4</a:t>
            </a:r>
          </a:p>
          <a:p>
            <a:pPr lvl="4"/>
            <a:r>
              <a:rPr lang="en-US" noProof="0"/>
              <a:t>Text level 5</a:t>
            </a:r>
          </a:p>
        </p:txBody>
      </p:sp>
      <p:sp>
        <p:nvSpPr>
          <p:cNvPr id="7" name="Espace réservé de la date 6"/>
          <p:cNvSpPr>
            <a:spLocks noGrp="1"/>
          </p:cNvSpPr>
          <p:nvPr>
            <p:ph type="dt" sz="half" idx="10"/>
          </p:nvPr>
        </p:nvSpPr>
        <p:spPr bwMode="gray"/>
        <p:txBody>
          <a:bodyPr/>
          <a:lstStyle/>
          <a:p>
            <a:r>
              <a:rPr lang="fr-FR" noProof="0"/>
              <a:t>Date</a:t>
            </a:r>
            <a:endParaRPr lang="en-US" noProof="0"/>
          </a:p>
        </p:txBody>
      </p:sp>
      <p:sp>
        <p:nvSpPr>
          <p:cNvPr id="8" name="Espace réservé du pied de page 7"/>
          <p:cNvSpPr>
            <a:spLocks noGrp="1"/>
          </p:cNvSpPr>
          <p:nvPr>
            <p:ph type="ftr" sz="quarter" idx="11"/>
          </p:nvPr>
        </p:nvSpPr>
        <p:spPr bwMode="gray"/>
        <p:txBody>
          <a:bodyPr/>
          <a:lstStyle/>
          <a:p>
            <a:r>
              <a:rPr lang="en-US" noProof="0"/>
              <a:t>Presentation title</a:t>
            </a:r>
          </a:p>
        </p:txBody>
      </p:sp>
      <p:sp>
        <p:nvSpPr>
          <p:cNvPr id="9" name="Espace réservé du numéro de diapositive 8"/>
          <p:cNvSpPr>
            <a:spLocks noGrp="1"/>
          </p:cNvSpPr>
          <p:nvPr>
            <p:ph type="sldNum" sz="quarter" idx="12"/>
          </p:nvPr>
        </p:nvSpPr>
        <p:spPr bwMode="gray"/>
        <p:txBody>
          <a:bodyPr/>
          <a:lstStyle/>
          <a:p>
            <a:fld id="{733122C9-A0B9-462F-8757-0847AD287B63}" type="slidenum">
              <a:rPr lang="en-US" noProof="0" smtClean="0"/>
              <a:pPr/>
              <a:t>‹#›</a:t>
            </a:fld>
            <a:endParaRPr lang="en-US" noProof="0"/>
          </a:p>
        </p:txBody>
      </p:sp>
    </p:spTree>
    <p:extLst>
      <p:ext uri="{BB962C8B-B14F-4D97-AF65-F5344CB8AC3E}">
        <p14:creationId xmlns:p14="http://schemas.microsoft.com/office/powerpoint/2010/main" val="318916598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amp; text 3 columns">
    <p:spTree>
      <p:nvGrpSpPr>
        <p:cNvPr id="1" name=""/>
        <p:cNvGrpSpPr/>
        <p:nvPr/>
      </p:nvGrpSpPr>
      <p:grpSpPr>
        <a:xfrm>
          <a:off x="0" y="0"/>
          <a:ext cx="0" cy="0"/>
          <a:chOff x="0" y="0"/>
          <a:chExt cx="0" cy="0"/>
        </a:xfrm>
      </p:grpSpPr>
      <p:sp>
        <p:nvSpPr>
          <p:cNvPr id="2" name="Titre 1"/>
          <p:cNvSpPr>
            <a:spLocks noGrp="1"/>
          </p:cNvSpPr>
          <p:nvPr>
            <p:ph type="title" hasCustomPrompt="1"/>
          </p:nvPr>
        </p:nvSpPr>
        <p:spPr bwMode="gray"/>
        <p:txBody>
          <a:bodyPr/>
          <a:lstStyle>
            <a:lvl1pPr>
              <a:defRPr>
                <a:solidFill>
                  <a:schemeClr val="accent5"/>
                </a:solidFill>
              </a:defRPr>
            </a:lvl1pPr>
          </a:lstStyle>
          <a:p>
            <a:r>
              <a:rPr lang="en-US" noProof="0"/>
              <a:t>Title</a:t>
            </a:r>
          </a:p>
        </p:txBody>
      </p:sp>
      <p:sp>
        <p:nvSpPr>
          <p:cNvPr id="7" name="Espace réservé de la date 6"/>
          <p:cNvSpPr>
            <a:spLocks noGrp="1"/>
          </p:cNvSpPr>
          <p:nvPr>
            <p:ph type="dt" sz="half" idx="10"/>
          </p:nvPr>
        </p:nvSpPr>
        <p:spPr bwMode="gray"/>
        <p:txBody>
          <a:bodyPr/>
          <a:lstStyle/>
          <a:p>
            <a:r>
              <a:rPr lang="fr-FR" noProof="0"/>
              <a:t>Date</a:t>
            </a:r>
            <a:endParaRPr lang="en-US" noProof="0"/>
          </a:p>
        </p:txBody>
      </p:sp>
      <p:sp>
        <p:nvSpPr>
          <p:cNvPr id="8" name="Espace réservé du pied de page 7"/>
          <p:cNvSpPr>
            <a:spLocks noGrp="1"/>
          </p:cNvSpPr>
          <p:nvPr>
            <p:ph type="ftr" sz="quarter" idx="11"/>
          </p:nvPr>
        </p:nvSpPr>
        <p:spPr bwMode="gray"/>
        <p:txBody>
          <a:bodyPr/>
          <a:lstStyle/>
          <a:p>
            <a:r>
              <a:rPr lang="en-US" noProof="0"/>
              <a:t>Presentation title</a:t>
            </a:r>
          </a:p>
        </p:txBody>
      </p:sp>
      <p:sp>
        <p:nvSpPr>
          <p:cNvPr id="9" name="Espace réservé du numéro de diapositive 8"/>
          <p:cNvSpPr>
            <a:spLocks noGrp="1"/>
          </p:cNvSpPr>
          <p:nvPr>
            <p:ph type="sldNum" sz="quarter" idx="12"/>
          </p:nvPr>
        </p:nvSpPr>
        <p:spPr bwMode="gray"/>
        <p:txBody>
          <a:bodyPr/>
          <a:lstStyle/>
          <a:p>
            <a:fld id="{733122C9-A0B9-462F-8757-0847AD287B63}" type="slidenum">
              <a:rPr lang="en-US" noProof="0" smtClean="0"/>
              <a:pPr/>
              <a:t>‹#›</a:t>
            </a:fld>
            <a:endParaRPr lang="en-US" noProof="0"/>
          </a:p>
        </p:txBody>
      </p:sp>
      <p:sp>
        <p:nvSpPr>
          <p:cNvPr id="6" name="Espace réservé du texte 5"/>
          <p:cNvSpPr>
            <a:spLocks noGrp="1"/>
          </p:cNvSpPr>
          <p:nvPr>
            <p:ph type="body" sz="quarter" idx="13" hasCustomPrompt="1"/>
          </p:nvPr>
        </p:nvSpPr>
        <p:spPr bwMode="gray">
          <a:xfrm>
            <a:off x="478367" y="2468034"/>
            <a:ext cx="3600000" cy="3409951"/>
          </a:xfrm>
        </p:spPr>
        <p:txBody>
          <a:bodyPr/>
          <a:lstStyle>
            <a:lvl1pPr algn="l">
              <a:defRPr/>
            </a:lvl1pPr>
            <a:lvl2pPr algn="l">
              <a:defRPr/>
            </a:lvl2pPr>
            <a:lvl3pPr algn="l">
              <a:defRPr/>
            </a:lvl3pPr>
            <a:lvl4pPr algn="l">
              <a:defRPr/>
            </a:lvl4pPr>
            <a:lvl5pPr algn="l">
              <a:defRPr/>
            </a:lvl5pPr>
          </a:lstStyle>
          <a:p>
            <a:pPr lvl="0"/>
            <a:r>
              <a:rPr lang="en-US" noProof="0"/>
              <a:t>Text level 1</a:t>
            </a:r>
          </a:p>
          <a:p>
            <a:pPr lvl="1"/>
            <a:r>
              <a:rPr lang="en-US" noProof="0"/>
              <a:t>Text level 2</a:t>
            </a:r>
          </a:p>
          <a:p>
            <a:pPr lvl="2"/>
            <a:r>
              <a:rPr lang="en-US" noProof="0"/>
              <a:t>Text level 3</a:t>
            </a:r>
          </a:p>
          <a:p>
            <a:pPr lvl="3"/>
            <a:r>
              <a:rPr lang="en-US" noProof="0"/>
              <a:t>Text level 4</a:t>
            </a:r>
          </a:p>
          <a:p>
            <a:pPr lvl="4"/>
            <a:r>
              <a:rPr lang="en-US" noProof="0"/>
              <a:t>Text level 5</a:t>
            </a:r>
          </a:p>
        </p:txBody>
      </p:sp>
      <p:sp>
        <p:nvSpPr>
          <p:cNvPr id="10" name="Espace réservé du texte 5"/>
          <p:cNvSpPr>
            <a:spLocks noGrp="1"/>
          </p:cNvSpPr>
          <p:nvPr>
            <p:ph type="body" sz="quarter" idx="14" hasCustomPrompt="1"/>
          </p:nvPr>
        </p:nvSpPr>
        <p:spPr bwMode="gray">
          <a:xfrm>
            <a:off x="4295296" y="2468034"/>
            <a:ext cx="3600000" cy="3409951"/>
          </a:xfrm>
        </p:spPr>
        <p:txBody>
          <a:bodyPr/>
          <a:lstStyle>
            <a:lvl1pPr algn="l">
              <a:defRPr/>
            </a:lvl1pPr>
            <a:lvl2pPr algn="l">
              <a:defRPr/>
            </a:lvl2pPr>
            <a:lvl3pPr algn="l">
              <a:defRPr/>
            </a:lvl3pPr>
            <a:lvl4pPr algn="l">
              <a:defRPr/>
            </a:lvl4pPr>
            <a:lvl5pPr algn="l">
              <a:defRPr/>
            </a:lvl5pPr>
          </a:lstStyle>
          <a:p>
            <a:pPr lvl="0"/>
            <a:r>
              <a:rPr lang="en-US" noProof="0"/>
              <a:t>Text level 1</a:t>
            </a:r>
          </a:p>
          <a:p>
            <a:pPr lvl="1"/>
            <a:r>
              <a:rPr lang="en-US" noProof="0"/>
              <a:t>Text level 2</a:t>
            </a:r>
          </a:p>
          <a:p>
            <a:pPr lvl="2"/>
            <a:r>
              <a:rPr lang="en-US" noProof="0"/>
              <a:t>Text level 3</a:t>
            </a:r>
          </a:p>
          <a:p>
            <a:pPr lvl="3"/>
            <a:r>
              <a:rPr lang="en-US" noProof="0"/>
              <a:t>Text level 4</a:t>
            </a:r>
          </a:p>
          <a:p>
            <a:pPr lvl="4"/>
            <a:r>
              <a:rPr lang="en-US" noProof="0"/>
              <a:t>Text level 5</a:t>
            </a:r>
          </a:p>
        </p:txBody>
      </p:sp>
      <p:sp>
        <p:nvSpPr>
          <p:cNvPr id="11" name="Espace réservé du texte 5"/>
          <p:cNvSpPr>
            <a:spLocks noGrp="1"/>
          </p:cNvSpPr>
          <p:nvPr>
            <p:ph type="body" sz="quarter" idx="15" hasCustomPrompt="1"/>
          </p:nvPr>
        </p:nvSpPr>
        <p:spPr bwMode="gray">
          <a:xfrm>
            <a:off x="8112225" y="2468034"/>
            <a:ext cx="3601409" cy="3409951"/>
          </a:xfrm>
        </p:spPr>
        <p:txBody>
          <a:bodyPr/>
          <a:lstStyle>
            <a:lvl1pPr algn="l">
              <a:defRPr/>
            </a:lvl1pPr>
            <a:lvl2pPr algn="l">
              <a:defRPr/>
            </a:lvl2pPr>
            <a:lvl3pPr algn="l">
              <a:defRPr/>
            </a:lvl3pPr>
            <a:lvl4pPr algn="l">
              <a:defRPr/>
            </a:lvl4pPr>
            <a:lvl5pPr algn="l">
              <a:defRPr/>
            </a:lvl5pPr>
          </a:lstStyle>
          <a:p>
            <a:pPr lvl="0"/>
            <a:r>
              <a:rPr lang="en-US" noProof="0"/>
              <a:t>Text level 1</a:t>
            </a:r>
          </a:p>
          <a:p>
            <a:pPr lvl="1"/>
            <a:r>
              <a:rPr lang="en-US" noProof="0"/>
              <a:t>Text level 2</a:t>
            </a:r>
          </a:p>
          <a:p>
            <a:pPr lvl="2"/>
            <a:r>
              <a:rPr lang="en-US" noProof="0"/>
              <a:t>Text level 3</a:t>
            </a:r>
          </a:p>
          <a:p>
            <a:pPr lvl="3"/>
            <a:r>
              <a:rPr lang="en-US" noProof="0"/>
              <a:t>Text level 4</a:t>
            </a:r>
          </a:p>
          <a:p>
            <a:pPr lvl="4"/>
            <a:r>
              <a:rPr lang="en-US" noProof="0"/>
              <a:t>Text level 5</a:t>
            </a:r>
          </a:p>
        </p:txBody>
      </p:sp>
    </p:spTree>
    <p:extLst>
      <p:ext uri="{BB962C8B-B14F-4D97-AF65-F5344CB8AC3E}">
        <p14:creationId xmlns:p14="http://schemas.microsoft.com/office/powerpoint/2010/main" val="406973880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3_Titre et contenu">
    <p:spTree>
      <p:nvGrpSpPr>
        <p:cNvPr id="1" name=""/>
        <p:cNvGrpSpPr/>
        <p:nvPr/>
      </p:nvGrpSpPr>
      <p:grpSpPr>
        <a:xfrm>
          <a:off x="0" y="0"/>
          <a:ext cx="0" cy="0"/>
          <a:chOff x="0" y="0"/>
          <a:chExt cx="0" cy="0"/>
        </a:xfrm>
      </p:grpSpPr>
      <p:sp>
        <p:nvSpPr>
          <p:cNvPr id="5" name="Espace réservé du texte 4"/>
          <p:cNvSpPr>
            <a:spLocks noGrp="1"/>
          </p:cNvSpPr>
          <p:nvPr>
            <p:ph type="body" sz="quarter" idx="13" hasCustomPrompt="1"/>
          </p:nvPr>
        </p:nvSpPr>
        <p:spPr bwMode="gray">
          <a:xfrm>
            <a:off x="478367" y="2084917"/>
            <a:ext cx="2400300" cy="3793067"/>
          </a:xfrm>
        </p:spPr>
        <p:txBody>
          <a:bodyPr/>
          <a:lstStyle>
            <a:lvl1pPr>
              <a:defRPr>
                <a:solidFill>
                  <a:schemeClr val="accent4"/>
                </a:solidFill>
              </a:defRPr>
            </a:lvl1pPr>
            <a:lvl2pPr>
              <a:defRPr>
                <a:solidFill>
                  <a:schemeClr val="accent4"/>
                </a:solidFill>
              </a:defRPr>
            </a:lvl2pPr>
            <a:lvl3pPr>
              <a:defRPr>
                <a:solidFill>
                  <a:schemeClr val="accent4"/>
                </a:solidFill>
              </a:defRPr>
            </a:lvl3pPr>
            <a:lvl4pPr>
              <a:defRPr>
                <a:solidFill>
                  <a:schemeClr val="accent4"/>
                </a:solidFill>
              </a:defRPr>
            </a:lvl4pPr>
            <a:lvl5pPr>
              <a:defRPr>
                <a:solidFill>
                  <a:schemeClr val="accent4"/>
                </a:solidFill>
              </a:defRPr>
            </a:lvl5pPr>
          </a:lstStyle>
          <a:p>
            <a:pPr lvl="0"/>
            <a:r>
              <a:rPr lang="en-US" noProof="0"/>
              <a:t>Text level 1</a:t>
            </a:r>
          </a:p>
          <a:p>
            <a:pPr lvl="1"/>
            <a:r>
              <a:rPr lang="en-US" noProof="0"/>
              <a:t>Text level 2</a:t>
            </a:r>
          </a:p>
          <a:p>
            <a:pPr lvl="2"/>
            <a:r>
              <a:rPr lang="en-US" noProof="0"/>
              <a:t>Text level 3</a:t>
            </a:r>
          </a:p>
          <a:p>
            <a:pPr lvl="3"/>
            <a:r>
              <a:rPr lang="en-US" noProof="0"/>
              <a:t>Text level 4</a:t>
            </a:r>
          </a:p>
          <a:p>
            <a:pPr lvl="4"/>
            <a:r>
              <a:rPr lang="en-US" noProof="0"/>
              <a:t>Text level 5</a:t>
            </a:r>
          </a:p>
        </p:txBody>
      </p:sp>
      <p:sp>
        <p:nvSpPr>
          <p:cNvPr id="8" name="Espace réservé pour une image  7"/>
          <p:cNvSpPr>
            <a:spLocks noGrp="1"/>
          </p:cNvSpPr>
          <p:nvPr>
            <p:ph type="pic" sz="quarter" idx="14" hasCustomPrompt="1"/>
          </p:nvPr>
        </p:nvSpPr>
        <p:spPr bwMode="gray">
          <a:xfrm>
            <a:off x="3024718" y="0"/>
            <a:ext cx="2302933" cy="3504000"/>
          </a:xfrm>
          <a:solidFill>
            <a:srgbClr val="EAEAEA"/>
          </a:solidFill>
        </p:spPr>
        <p:txBody>
          <a:bodyPr tIns="612000" anchor="ctr" anchorCtr="0"/>
          <a:lstStyle>
            <a:lvl1pPr>
              <a:defRPr sz="1333"/>
            </a:lvl1pPr>
          </a:lstStyle>
          <a:p>
            <a:r>
              <a:rPr lang="en-US" noProof="0"/>
              <a:t>Select the icon to insert a picture</a:t>
            </a:r>
          </a:p>
        </p:txBody>
      </p:sp>
      <p:sp>
        <p:nvSpPr>
          <p:cNvPr id="14" name="Espace réservé pour une image  7"/>
          <p:cNvSpPr>
            <a:spLocks noGrp="1"/>
          </p:cNvSpPr>
          <p:nvPr>
            <p:ph type="pic" sz="quarter" idx="15" hasCustomPrompt="1"/>
          </p:nvPr>
        </p:nvSpPr>
        <p:spPr bwMode="gray">
          <a:xfrm>
            <a:off x="3024717" y="3786000"/>
            <a:ext cx="2304000" cy="3072000"/>
          </a:xfrm>
          <a:solidFill>
            <a:srgbClr val="EAEAEA"/>
          </a:solidFill>
        </p:spPr>
        <p:txBody>
          <a:bodyPr tIns="612000" anchor="ctr" anchorCtr="0"/>
          <a:lstStyle>
            <a:lvl1pPr>
              <a:defRPr sz="1333"/>
            </a:lvl1pPr>
          </a:lstStyle>
          <a:p>
            <a:r>
              <a:rPr lang="en-US" noProof="0"/>
              <a:t>Select the icon to insert a picture</a:t>
            </a:r>
          </a:p>
        </p:txBody>
      </p:sp>
      <p:sp>
        <p:nvSpPr>
          <p:cNvPr id="15" name="Espace réservé pour une image  7"/>
          <p:cNvSpPr>
            <a:spLocks noGrp="1"/>
          </p:cNvSpPr>
          <p:nvPr>
            <p:ph type="pic" sz="quarter" idx="16" hasCustomPrompt="1"/>
          </p:nvPr>
        </p:nvSpPr>
        <p:spPr bwMode="gray">
          <a:xfrm>
            <a:off x="5568471" y="0"/>
            <a:ext cx="2302933" cy="2832000"/>
          </a:xfrm>
          <a:solidFill>
            <a:srgbClr val="EAEAEA"/>
          </a:solidFill>
        </p:spPr>
        <p:txBody>
          <a:bodyPr tIns="612000" anchor="ctr" anchorCtr="0"/>
          <a:lstStyle>
            <a:lvl1pPr>
              <a:defRPr sz="1333"/>
            </a:lvl1pPr>
          </a:lstStyle>
          <a:p>
            <a:r>
              <a:rPr lang="en-US" noProof="0"/>
              <a:t>Select the icon to insert a picture</a:t>
            </a:r>
          </a:p>
        </p:txBody>
      </p:sp>
      <p:sp>
        <p:nvSpPr>
          <p:cNvPr id="16" name="Espace réservé pour une image  7"/>
          <p:cNvSpPr>
            <a:spLocks noGrp="1"/>
          </p:cNvSpPr>
          <p:nvPr>
            <p:ph type="pic" sz="quarter" idx="17" hasCustomPrompt="1"/>
          </p:nvPr>
        </p:nvSpPr>
        <p:spPr bwMode="gray">
          <a:xfrm>
            <a:off x="5568471" y="3114000"/>
            <a:ext cx="2304000" cy="3744000"/>
          </a:xfrm>
          <a:solidFill>
            <a:srgbClr val="EAEAEA"/>
          </a:solidFill>
        </p:spPr>
        <p:txBody>
          <a:bodyPr tIns="612000" anchor="ctr" anchorCtr="0"/>
          <a:lstStyle>
            <a:lvl1pPr>
              <a:defRPr sz="1333"/>
            </a:lvl1pPr>
          </a:lstStyle>
          <a:p>
            <a:r>
              <a:rPr lang="en-US" noProof="0"/>
              <a:t>Select the icon to insert a picture</a:t>
            </a:r>
          </a:p>
        </p:txBody>
      </p:sp>
      <p:sp>
        <p:nvSpPr>
          <p:cNvPr id="17" name="Espace réservé pour une image  7"/>
          <p:cNvSpPr>
            <a:spLocks noGrp="1"/>
          </p:cNvSpPr>
          <p:nvPr>
            <p:ph type="pic" sz="quarter" idx="18" hasCustomPrompt="1"/>
          </p:nvPr>
        </p:nvSpPr>
        <p:spPr bwMode="gray">
          <a:xfrm>
            <a:off x="8112224" y="-4867"/>
            <a:ext cx="2302933" cy="3888000"/>
          </a:xfrm>
          <a:solidFill>
            <a:srgbClr val="EAEAEA"/>
          </a:solidFill>
        </p:spPr>
        <p:txBody>
          <a:bodyPr tIns="612000" anchor="ctr" anchorCtr="0"/>
          <a:lstStyle>
            <a:lvl1pPr>
              <a:defRPr sz="1333"/>
            </a:lvl1pPr>
          </a:lstStyle>
          <a:p>
            <a:r>
              <a:rPr lang="en-US" noProof="0"/>
              <a:t>Select the icon to insert a picture</a:t>
            </a:r>
          </a:p>
        </p:txBody>
      </p:sp>
      <p:sp>
        <p:nvSpPr>
          <p:cNvPr id="18" name="Espace réservé pour une image  7"/>
          <p:cNvSpPr>
            <a:spLocks noGrp="1"/>
          </p:cNvSpPr>
          <p:nvPr>
            <p:ph type="pic" sz="quarter" idx="19" hasCustomPrompt="1"/>
          </p:nvPr>
        </p:nvSpPr>
        <p:spPr bwMode="gray">
          <a:xfrm>
            <a:off x="8112224" y="4170000"/>
            <a:ext cx="2304000" cy="2688000"/>
          </a:xfrm>
          <a:solidFill>
            <a:srgbClr val="EAEAEA"/>
          </a:solidFill>
        </p:spPr>
        <p:txBody>
          <a:bodyPr tIns="612000" anchor="ctr" anchorCtr="0"/>
          <a:lstStyle>
            <a:lvl1pPr>
              <a:defRPr sz="1333"/>
            </a:lvl1pPr>
          </a:lstStyle>
          <a:p>
            <a:r>
              <a:rPr lang="en-US" noProof="0"/>
              <a:t>Select the icon to insert a picture</a:t>
            </a:r>
          </a:p>
        </p:txBody>
      </p:sp>
      <p:sp>
        <p:nvSpPr>
          <p:cNvPr id="19" name="Espace réservé de la date 3"/>
          <p:cNvSpPr>
            <a:spLocks noGrp="1"/>
          </p:cNvSpPr>
          <p:nvPr>
            <p:ph type="dt" sz="half" idx="10"/>
          </p:nvPr>
        </p:nvSpPr>
        <p:spPr bwMode="gray">
          <a:xfrm>
            <a:off x="0" y="6405033"/>
            <a:ext cx="478368" cy="452968"/>
          </a:xfrm>
        </p:spPr>
        <p:txBody>
          <a:bodyPr/>
          <a:lstStyle>
            <a:lvl1pPr>
              <a:defRPr sz="133">
                <a:solidFill>
                  <a:schemeClr val="bg1">
                    <a:alpha val="0"/>
                  </a:schemeClr>
                </a:solidFill>
              </a:defRPr>
            </a:lvl1pPr>
          </a:lstStyle>
          <a:p>
            <a:r>
              <a:rPr lang="fr-FR" noProof="0"/>
              <a:t>Date</a:t>
            </a:r>
            <a:endParaRPr lang="en-US" noProof="0"/>
          </a:p>
        </p:txBody>
      </p:sp>
      <p:sp>
        <p:nvSpPr>
          <p:cNvPr id="20" name="Espace réservé du pied de page 4"/>
          <p:cNvSpPr>
            <a:spLocks noGrp="1"/>
          </p:cNvSpPr>
          <p:nvPr>
            <p:ph type="ftr" sz="quarter" idx="11"/>
          </p:nvPr>
        </p:nvSpPr>
        <p:spPr bwMode="gray">
          <a:xfrm>
            <a:off x="1" y="6405033"/>
            <a:ext cx="478367" cy="452967"/>
          </a:xfrm>
        </p:spPr>
        <p:txBody>
          <a:bodyPr/>
          <a:lstStyle>
            <a:lvl1pPr>
              <a:defRPr sz="133">
                <a:solidFill>
                  <a:schemeClr val="bg1">
                    <a:alpha val="0"/>
                  </a:schemeClr>
                </a:solidFill>
              </a:defRPr>
            </a:lvl1pPr>
          </a:lstStyle>
          <a:p>
            <a:r>
              <a:rPr lang="en-US" noProof="0"/>
              <a:t>Presentation title</a:t>
            </a:r>
          </a:p>
        </p:txBody>
      </p:sp>
      <p:sp>
        <p:nvSpPr>
          <p:cNvPr id="21" name="Espace réservé du numéro de diapositive 5"/>
          <p:cNvSpPr>
            <a:spLocks noGrp="1"/>
          </p:cNvSpPr>
          <p:nvPr>
            <p:ph type="sldNum" sz="quarter" idx="12"/>
          </p:nvPr>
        </p:nvSpPr>
        <p:spPr bwMode="gray">
          <a:xfrm>
            <a:off x="5414" y="6405033"/>
            <a:ext cx="472953" cy="452967"/>
          </a:xfrm>
        </p:spPr>
        <p:txBody>
          <a:bodyPr/>
          <a:lstStyle>
            <a:lvl1pPr>
              <a:defRPr sz="133">
                <a:solidFill>
                  <a:schemeClr val="bg1">
                    <a:alpha val="0"/>
                  </a:schemeClr>
                </a:solidFill>
              </a:defRPr>
            </a:lvl1pPr>
          </a:lstStyle>
          <a:p>
            <a:fld id="{10C140CD-8AED-46FF-A9A2-77308F3F39AE}" type="slidenum">
              <a:rPr lang="en-US" noProof="0" smtClean="0"/>
              <a:pPr/>
              <a:t>‹#›</a:t>
            </a:fld>
            <a:endParaRPr lang="en-US" noProof="0"/>
          </a:p>
        </p:txBody>
      </p:sp>
    </p:spTree>
    <p:extLst>
      <p:ext uri="{BB962C8B-B14F-4D97-AF65-F5344CB8AC3E}">
        <p14:creationId xmlns:p14="http://schemas.microsoft.com/office/powerpoint/2010/main" val="222664324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itle &amp; Text icons">
    <p:spTree>
      <p:nvGrpSpPr>
        <p:cNvPr id="1" name=""/>
        <p:cNvGrpSpPr/>
        <p:nvPr/>
      </p:nvGrpSpPr>
      <p:grpSpPr>
        <a:xfrm>
          <a:off x="0" y="0"/>
          <a:ext cx="0" cy="0"/>
          <a:chOff x="0" y="0"/>
          <a:chExt cx="0" cy="0"/>
        </a:xfrm>
      </p:grpSpPr>
      <p:sp>
        <p:nvSpPr>
          <p:cNvPr id="11" name="Espace réservé de la date 10"/>
          <p:cNvSpPr>
            <a:spLocks noGrp="1"/>
          </p:cNvSpPr>
          <p:nvPr>
            <p:ph type="dt" sz="half" idx="10"/>
          </p:nvPr>
        </p:nvSpPr>
        <p:spPr bwMode="gray"/>
        <p:txBody>
          <a:bodyPr/>
          <a:lstStyle/>
          <a:p>
            <a:r>
              <a:rPr lang="fr-FR" noProof="0"/>
              <a:t>Date</a:t>
            </a:r>
            <a:endParaRPr lang="en-US" noProof="0"/>
          </a:p>
        </p:txBody>
      </p:sp>
      <p:sp>
        <p:nvSpPr>
          <p:cNvPr id="12" name="Espace réservé du numéro de diapositive 11"/>
          <p:cNvSpPr>
            <a:spLocks noGrp="1"/>
          </p:cNvSpPr>
          <p:nvPr>
            <p:ph type="sldNum" sz="quarter" idx="11"/>
          </p:nvPr>
        </p:nvSpPr>
        <p:spPr bwMode="gray"/>
        <p:txBody>
          <a:bodyPr/>
          <a:lstStyle/>
          <a:p>
            <a:fld id="{733122C9-A0B9-462F-8757-0847AD287B63}" type="slidenum">
              <a:rPr lang="en-US" noProof="0" smtClean="0"/>
              <a:pPr/>
              <a:t>‹#›</a:t>
            </a:fld>
            <a:endParaRPr lang="en-US" noProof="0"/>
          </a:p>
        </p:txBody>
      </p:sp>
      <p:sp>
        <p:nvSpPr>
          <p:cNvPr id="13" name="Espace réservé du pied de page 12"/>
          <p:cNvSpPr>
            <a:spLocks noGrp="1"/>
          </p:cNvSpPr>
          <p:nvPr>
            <p:ph type="ftr" sz="quarter" idx="12"/>
          </p:nvPr>
        </p:nvSpPr>
        <p:spPr bwMode="gray"/>
        <p:txBody>
          <a:bodyPr/>
          <a:lstStyle/>
          <a:p>
            <a:r>
              <a:rPr lang="en-US" noProof="0"/>
              <a:t>Presentation title</a:t>
            </a:r>
          </a:p>
        </p:txBody>
      </p:sp>
      <p:sp>
        <p:nvSpPr>
          <p:cNvPr id="10" name="Espace réservé pour une image  4"/>
          <p:cNvSpPr>
            <a:spLocks noGrp="1"/>
          </p:cNvSpPr>
          <p:nvPr>
            <p:ph type="pic" sz="quarter" idx="14" hasCustomPrompt="1"/>
          </p:nvPr>
        </p:nvSpPr>
        <p:spPr bwMode="gray">
          <a:xfrm>
            <a:off x="2664616" y="1152548"/>
            <a:ext cx="1152000" cy="1152000"/>
          </a:xfrm>
        </p:spPr>
        <p:txBody>
          <a:bodyPr anchor="ctr" anchorCtr="0"/>
          <a:lstStyle>
            <a:lvl1pPr>
              <a:defRPr sz="1333"/>
            </a:lvl1pPr>
          </a:lstStyle>
          <a:p>
            <a:r>
              <a:rPr lang="en-US" noProof="0"/>
              <a:t>Select the icon to insert a picture</a:t>
            </a:r>
          </a:p>
        </p:txBody>
      </p:sp>
      <p:sp>
        <p:nvSpPr>
          <p:cNvPr id="8" name="Espace réservé du texte 7"/>
          <p:cNvSpPr>
            <a:spLocks noGrp="1"/>
          </p:cNvSpPr>
          <p:nvPr>
            <p:ph type="body" sz="quarter" idx="15" hasCustomPrompt="1"/>
          </p:nvPr>
        </p:nvSpPr>
        <p:spPr bwMode="gray">
          <a:xfrm>
            <a:off x="2112434" y="2314864"/>
            <a:ext cx="2256367" cy="1114136"/>
          </a:xfrm>
        </p:spPr>
        <p:txBody>
          <a:bodyPr/>
          <a:lstStyle>
            <a:lvl1pPr>
              <a:defRPr sz="1333">
                <a:solidFill>
                  <a:schemeClr val="bg1"/>
                </a:solidFill>
              </a:defRPr>
            </a:lvl1pPr>
          </a:lstStyle>
          <a:p>
            <a:pPr lvl="0"/>
            <a:r>
              <a:rPr lang="en-US" noProof="0"/>
              <a:t>Text</a:t>
            </a:r>
          </a:p>
        </p:txBody>
      </p:sp>
      <p:sp>
        <p:nvSpPr>
          <p:cNvPr id="14" name="Espace réservé pour une image  4"/>
          <p:cNvSpPr>
            <a:spLocks noGrp="1"/>
          </p:cNvSpPr>
          <p:nvPr>
            <p:ph type="pic" sz="quarter" idx="16" hasCustomPrompt="1"/>
          </p:nvPr>
        </p:nvSpPr>
        <p:spPr bwMode="gray">
          <a:xfrm>
            <a:off x="5520000" y="1152548"/>
            <a:ext cx="1152000" cy="1152000"/>
          </a:xfrm>
        </p:spPr>
        <p:txBody>
          <a:bodyPr anchor="ctr" anchorCtr="0"/>
          <a:lstStyle>
            <a:lvl1pPr>
              <a:defRPr sz="1333"/>
            </a:lvl1pPr>
          </a:lstStyle>
          <a:p>
            <a:r>
              <a:rPr lang="en-US" noProof="0"/>
              <a:t>Select the icon to insert a picture</a:t>
            </a:r>
          </a:p>
        </p:txBody>
      </p:sp>
      <p:sp>
        <p:nvSpPr>
          <p:cNvPr id="15" name="Espace réservé du texte 7"/>
          <p:cNvSpPr>
            <a:spLocks noGrp="1"/>
          </p:cNvSpPr>
          <p:nvPr>
            <p:ph type="body" sz="quarter" idx="17" hasCustomPrompt="1"/>
          </p:nvPr>
        </p:nvSpPr>
        <p:spPr bwMode="gray">
          <a:xfrm>
            <a:off x="4967818" y="2314864"/>
            <a:ext cx="2256367" cy="1114136"/>
          </a:xfrm>
        </p:spPr>
        <p:txBody>
          <a:bodyPr/>
          <a:lstStyle>
            <a:lvl1pPr>
              <a:defRPr sz="1333">
                <a:solidFill>
                  <a:schemeClr val="bg1"/>
                </a:solidFill>
              </a:defRPr>
            </a:lvl1pPr>
          </a:lstStyle>
          <a:p>
            <a:pPr lvl="0"/>
            <a:r>
              <a:rPr lang="en-US" noProof="0"/>
              <a:t>Text</a:t>
            </a:r>
          </a:p>
        </p:txBody>
      </p:sp>
      <p:sp>
        <p:nvSpPr>
          <p:cNvPr id="16" name="Espace réservé pour une image  4"/>
          <p:cNvSpPr>
            <a:spLocks noGrp="1"/>
          </p:cNvSpPr>
          <p:nvPr>
            <p:ph type="pic" sz="quarter" idx="18" hasCustomPrompt="1"/>
          </p:nvPr>
        </p:nvSpPr>
        <p:spPr bwMode="gray">
          <a:xfrm>
            <a:off x="8400256" y="1152548"/>
            <a:ext cx="1152000" cy="1152000"/>
          </a:xfrm>
        </p:spPr>
        <p:txBody>
          <a:bodyPr anchor="ctr" anchorCtr="0"/>
          <a:lstStyle>
            <a:lvl1pPr>
              <a:defRPr sz="1333"/>
            </a:lvl1pPr>
          </a:lstStyle>
          <a:p>
            <a:r>
              <a:rPr lang="en-US" noProof="0"/>
              <a:t>Select the icon to insert a picture</a:t>
            </a:r>
          </a:p>
        </p:txBody>
      </p:sp>
      <p:sp>
        <p:nvSpPr>
          <p:cNvPr id="17" name="Espace réservé du texte 7"/>
          <p:cNvSpPr>
            <a:spLocks noGrp="1"/>
          </p:cNvSpPr>
          <p:nvPr>
            <p:ph type="body" sz="quarter" idx="19" hasCustomPrompt="1"/>
          </p:nvPr>
        </p:nvSpPr>
        <p:spPr bwMode="gray">
          <a:xfrm>
            <a:off x="7848074" y="2314864"/>
            <a:ext cx="2256367" cy="1114136"/>
          </a:xfrm>
        </p:spPr>
        <p:txBody>
          <a:bodyPr/>
          <a:lstStyle>
            <a:lvl1pPr>
              <a:defRPr sz="1333">
                <a:solidFill>
                  <a:schemeClr val="bg1"/>
                </a:solidFill>
              </a:defRPr>
            </a:lvl1pPr>
          </a:lstStyle>
          <a:p>
            <a:pPr lvl="0"/>
            <a:r>
              <a:rPr lang="en-US" noProof="0"/>
              <a:t>Text</a:t>
            </a:r>
          </a:p>
        </p:txBody>
      </p:sp>
      <p:sp>
        <p:nvSpPr>
          <p:cNvPr id="18" name="Espace réservé du texte 17"/>
          <p:cNvSpPr>
            <a:spLocks noGrp="1"/>
          </p:cNvSpPr>
          <p:nvPr>
            <p:ph type="body" sz="quarter" idx="20" hasCustomPrompt="1"/>
          </p:nvPr>
        </p:nvSpPr>
        <p:spPr bwMode="gray">
          <a:xfrm>
            <a:off x="478367" y="4389107"/>
            <a:ext cx="11235267" cy="1488877"/>
          </a:xfrm>
        </p:spPr>
        <p:txBody>
          <a:bodyPr/>
          <a:lstStyle>
            <a:lvl1pPr>
              <a:defRPr sz="1333"/>
            </a:lvl1pPr>
            <a:lvl2pPr>
              <a:defRPr sz="1333"/>
            </a:lvl2pPr>
          </a:lstStyle>
          <a:p>
            <a:pPr lvl="0"/>
            <a:r>
              <a:rPr lang="en-US" noProof="0"/>
              <a:t>Text level 1</a:t>
            </a:r>
          </a:p>
          <a:p>
            <a:pPr lvl="1"/>
            <a:r>
              <a:rPr lang="en-US" noProof="0"/>
              <a:t>Text level 2</a:t>
            </a:r>
          </a:p>
        </p:txBody>
      </p:sp>
      <p:sp>
        <p:nvSpPr>
          <p:cNvPr id="5" name="Espace réservé pour une image  4"/>
          <p:cNvSpPr>
            <a:spLocks noGrp="1"/>
          </p:cNvSpPr>
          <p:nvPr>
            <p:ph type="pic" sz="quarter" idx="13" hasCustomPrompt="1"/>
          </p:nvPr>
        </p:nvSpPr>
        <p:spPr bwMode="gray">
          <a:xfrm>
            <a:off x="0" y="0"/>
            <a:ext cx="12192000" cy="3912000"/>
          </a:xfrm>
          <a:solidFill>
            <a:srgbClr val="EAEAEA"/>
          </a:solidFill>
        </p:spPr>
        <p:txBody>
          <a:bodyPr bIns="1548000" anchor="ctr" anchorCtr="0"/>
          <a:lstStyle>
            <a:lvl1pPr>
              <a:defRPr sz="1333"/>
            </a:lvl1pPr>
          </a:lstStyle>
          <a:p>
            <a:r>
              <a:rPr lang="en-US" noProof="0"/>
              <a:t>Select the icon to insert a picture then </a:t>
            </a:r>
            <a:br>
              <a:rPr lang="en-US" noProof="0"/>
            </a:br>
            <a:r>
              <a:rPr lang="en-US" noProof="0"/>
              <a:t>place the visual into background position </a:t>
            </a:r>
            <a:br>
              <a:rPr lang="en-US" noProof="0"/>
            </a:br>
            <a:r>
              <a:rPr lang="en-US" noProof="0"/>
              <a:t>(Right click with the mouse / Send to back)</a:t>
            </a:r>
          </a:p>
        </p:txBody>
      </p:sp>
    </p:spTree>
    <p:extLst>
      <p:ext uri="{BB962C8B-B14F-4D97-AF65-F5344CB8AC3E}">
        <p14:creationId xmlns:p14="http://schemas.microsoft.com/office/powerpoint/2010/main" val="191465935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5_Titre et contenu">
    <p:spTree>
      <p:nvGrpSpPr>
        <p:cNvPr id="1" name=""/>
        <p:cNvGrpSpPr/>
        <p:nvPr/>
      </p:nvGrpSpPr>
      <p:grpSpPr>
        <a:xfrm>
          <a:off x="0" y="0"/>
          <a:ext cx="0" cy="0"/>
          <a:chOff x="0" y="0"/>
          <a:chExt cx="0" cy="0"/>
        </a:xfrm>
      </p:grpSpPr>
      <p:sp>
        <p:nvSpPr>
          <p:cNvPr id="17" name="Espace réservé du texte 4"/>
          <p:cNvSpPr>
            <a:spLocks noGrp="1"/>
          </p:cNvSpPr>
          <p:nvPr>
            <p:ph type="body" sz="quarter" idx="18" hasCustomPrompt="1"/>
          </p:nvPr>
        </p:nvSpPr>
        <p:spPr bwMode="gray">
          <a:xfrm>
            <a:off x="7540504" y="4149080"/>
            <a:ext cx="1248139" cy="1104000"/>
          </a:xfrm>
          <a:prstGeom prst="callout2">
            <a:avLst>
              <a:gd name="adj1" fmla="val 43813"/>
              <a:gd name="adj2" fmla="val -10594"/>
              <a:gd name="adj3" fmla="val 43813"/>
              <a:gd name="adj4" fmla="val -42349"/>
              <a:gd name="adj5" fmla="val 3930"/>
              <a:gd name="adj6" fmla="val -74212"/>
            </a:avLst>
          </a:prstGeom>
          <a:ln>
            <a:solidFill>
              <a:schemeClr val="accent1"/>
            </a:solidFill>
          </a:ln>
        </p:spPr>
        <p:txBody>
          <a:bodyPr anchor="ctr" anchorCtr="0"/>
          <a:lstStyle>
            <a:lvl1pPr algn="l">
              <a:defRPr sz="1333" b="1">
                <a:solidFill>
                  <a:schemeClr val="accent1"/>
                </a:solidFill>
              </a:defRPr>
            </a:lvl1pPr>
            <a:lvl2pPr algn="l">
              <a:defRPr sz="1333" b="1">
                <a:solidFill>
                  <a:schemeClr val="accent1"/>
                </a:solidFill>
              </a:defRPr>
            </a:lvl2pPr>
          </a:lstStyle>
          <a:p>
            <a:pPr lvl="0"/>
            <a:r>
              <a:rPr lang="en-US" noProof="0"/>
              <a:t>Text level 1</a:t>
            </a:r>
          </a:p>
          <a:p>
            <a:pPr lvl="1"/>
            <a:r>
              <a:rPr lang="en-US" noProof="0"/>
              <a:t>Text level 2</a:t>
            </a:r>
          </a:p>
        </p:txBody>
      </p:sp>
      <p:sp>
        <p:nvSpPr>
          <p:cNvPr id="15" name="Espace réservé du texte 4"/>
          <p:cNvSpPr>
            <a:spLocks noGrp="1"/>
          </p:cNvSpPr>
          <p:nvPr>
            <p:ph type="body" sz="quarter" idx="16" hasCustomPrompt="1"/>
          </p:nvPr>
        </p:nvSpPr>
        <p:spPr bwMode="gray">
          <a:xfrm>
            <a:off x="3359696" y="4149080"/>
            <a:ext cx="1248139" cy="1104000"/>
          </a:xfrm>
          <a:prstGeom prst="callout2">
            <a:avLst>
              <a:gd name="adj1" fmla="val 44643"/>
              <a:gd name="adj2" fmla="val 114996"/>
              <a:gd name="adj3" fmla="val 44643"/>
              <a:gd name="adj4" fmla="val 145669"/>
              <a:gd name="adj5" fmla="val 3100"/>
              <a:gd name="adj6" fmla="val 176234"/>
            </a:avLst>
          </a:prstGeom>
          <a:ln>
            <a:solidFill>
              <a:schemeClr val="accent5"/>
            </a:solidFill>
          </a:ln>
        </p:spPr>
        <p:txBody>
          <a:bodyPr anchor="ctr" anchorCtr="0"/>
          <a:lstStyle>
            <a:lvl1pPr algn="r">
              <a:defRPr sz="1333" b="1">
                <a:solidFill>
                  <a:schemeClr val="accent5"/>
                </a:solidFill>
              </a:defRPr>
            </a:lvl1pPr>
            <a:lvl2pPr algn="r">
              <a:defRPr sz="1333" b="1">
                <a:solidFill>
                  <a:schemeClr val="accent5"/>
                </a:solidFill>
              </a:defRPr>
            </a:lvl2pPr>
          </a:lstStyle>
          <a:p>
            <a:pPr lvl="0"/>
            <a:r>
              <a:rPr lang="en-US" noProof="0"/>
              <a:t>Text level 1</a:t>
            </a:r>
          </a:p>
          <a:p>
            <a:pPr lvl="1"/>
            <a:r>
              <a:rPr lang="en-US" noProof="0"/>
              <a:t>Text level 2</a:t>
            </a:r>
          </a:p>
        </p:txBody>
      </p:sp>
      <p:sp>
        <p:nvSpPr>
          <p:cNvPr id="10" name="Espace réservé du texte 4"/>
          <p:cNvSpPr>
            <a:spLocks noGrp="1"/>
          </p:cNvSpPr>
          <p:nvPr>
            <p:ph type="body" sz="quarter" idx="14" hasCustomPrompt="1"/>
          </p:nvPr>
        </p:nvSpPr>
        <p:spPr bwMode="gray">
          <a:xfrm>
            <a:off x="3359697" y="1744572"/>
            <a:ext cx="1248139" cy="1104000"/>
          </a:xfrm>
          <a:prstGeom prst="callout2">
            <a:avLst>
              <a:gd name="adj1" fmla="val 48795"/>
              <a:gd name="adj2" fmla="val 112793"/>
              <a:gd name="adj3" fmla="val 48795"/>
              <a:gd name="adj4" fmla="val 145669"/>
              <a:gd name="adj5" fmla="val 85303"/>
              <a:gd name="adj6" fmla="val 178437"/>
            </a:avLst>
          </a:prstGeom>
          <a:ln>
            <a:solidFill>
              <a:schemeClr val="bg2"/>
            </a:solidFill>
          </a:ln>
        </p:spPr>
        <p:txBody>
          <a:bodyPr anchor="ctr" anchorCtr="0"/>
          <a:lstStyle>
            <a:lvl1pPr algn="r">
              <a:defRPr sz="1333" b="1">
                <a:solidFill>
                  <a:schemeClr val="bg2"/>
                </a:solidFill>
              </a:defRPr>
            </a:lvl1pPr>
            <a:lvl2pPr algn="r">
              <a:defRPr sz="1333" b="1">
                <a:solidFill>
                  <a:schemeClr val="bg2"/>
                </a:solidFill>
              </a:defRPr>
            </a:lvl2pPr>
          </a:lstStyle>
          <a:p>
            <a:pPr lvl="0"/>
            <a:r>
              <a:rPr lang="en-US" noProof="0"/>
              <a:t>Text level 1</a:t>
            </a:r>
          </a:p>
          <a:p>
            <a:pPr lvl="1"/>
            <a:r>
              <a:rPr lang="en-US" noProof="0"/>
              <a:t>Text level 2</a:t>
            </a:r>
          </a:p>
        </p:txBody>
      </p:sp>
      <p:sp>
        <p:nvSpPr>
          <p:cNvPr id="20" name="Espace réservé du texte 4"/>
          <p:cNvSpPr>
            <a:spLocks noGrp="1"/>
          </p:cNvSpPr>
          <p:nvPr>
            <p:ph type="body" sz="quarter" idx="21" hasCustomPrompt="1"/>
          </p:nvPr>
        </p:nvSpPr>
        <p:spPr bwMode="gray">
          <a:xfrm>
            <a:off x="7540504" y="1738983"/>
            <a:ext cx="1248139" cy="1104000"/>
          </a:xfrm>
          <a:prstGeom prst="callout2">
            <a:avLst>
              <a:gd name="adj1" fmla="val 48795"/>
              <a:gd name="adj2" fmla="val -10594"/>
              <a:gd name="adj3" fmla="val 48794"/>
              <a:gd name="adj4" fmla="val -43818"/>
              <a:gd name="adj5" fmla="val 81982"/>
              <a:gd name="adj6" fmla="val -72009"/>
            </a:avLst>
          </a:prstGeom>
          <a:ln>
            <a:solidFill>
              <a:srgbClr val="FFCD1E"/>
            </a:solidFill>
          </a:ln>
        </p:spPr>
        <p:txBody>
          <a:bodyPr anchor="ctr" anchorCtr="0"/>
          <a:lstStyle>
            <a:lvl1pPr algn="l">
              <a:defRPr sz="1333" b="1">
                <a:solidFill>
                  <a:srgbClr val="FFCD1E"/>
                </a:solidFill>
              </a:defRPr>
            </a:lvl1pPr>
            <a:lvl2pPr algn="l">
              <a:defRPr sz="1333" b="1">
                <a:solidFill>
                  <a:srgbClr val="FFCD1E"/>
                </a:solidFill>
              </a:defRPr>
            </a:lvl2pPr>
          </a:lstStyle>
          <a:p>
            <a:pPr lvl="0"/>
            <a:r>
              <a:rPr lang="en-US" noProof="0"/>
              <a:t>Text level 1</a:t>
            </a:r>
          </a:p>
          <a:p>
            <a:pPr lvl="1"/>
            <a:r>
              <a:rPr lang="en-US" noProof="0"/>
              <a:t>Text level 2</a:t>
            </a:r>
          </a:p>
        </p:txBody>
      </p:sp>
      <p:sp>
        <p:nvSpPr>
          <p:cNvPr id="11" name="Espace réservé de la date 10"/>
          <p:cNvSpPr>
            <a:spLocks noGrp="1"/>
          </p:cNvSpPr>
          <p:nvPr>
            <p:ph type="dt" sz="half" idx="10"/>
          </p:nvPr>
        </p:nvSpPr>
        <p:spPr bwMode="gray"/>
        <p:txBody>
          <a:bodyPr/>
          <a:lstStyle/>
          <a:p>
            <a:r>
              <a:rPr lang="fr-FR" noProof="0"/>
              <a:t>Date</a:t>
            </a:r>
            <a:endParaRPr lang="en-US" noProof="0"/>
          </a:p>
        </p:txBody>
      </p:sp>
      <p:sp>
        <p:nvSpPr>
          <p:cNvPr id="12" name="Espace réservé du numéro de diapositive 11"/>
          <p:cNvSpPr>
            <a:spLocks noGrp="1"/>
          </p:cNvSpPr>
          <p:nvPr>
            <p:ph type="sldNum" sz="quarter" idx="11"/>
          </p:nvPr>
        </p:nvSpPr>
        <p:spPr bwMode="gray"/>
        <p:txBody>
          <a:bodyPr/>
          <a:lstStyle/>
          <a:p>
            <a:fld id="{733122C9-A0B9-462F-8757-0847AD287B63}" type="slidenum">
              <a:rPr lang="en-US" noProof="0" smtClean="0"/>
              <a:pPr/>
              <a:t>‹#›</a:t>
            </a:fld>
            <a:endParaRPr lang="en-US" noProof="0"/>
          </a:p>
        </p:txBody>
      </p:sp>
      <p:sp>
        <p:nvSpPr>
          <p:cNvPr id="13" name="Espace réservé du pied de page 12"/>
          <p:cNvSpPr>
            <a:spLocks noGrp="1"/>
          </p:cNvSpPr>
          <p:nvPr>
            <p:ph type="ftr" sz="quarter" idx="12"/>
          </p:nvPr>
        </p:nvSpPr>
        <p:spPr bwMode="gray"/>
        <p:txBody>
          <a:bodyPr/>
          <a:lstStyle/>
          <a:p>
            <a:r>
              <a:rPr lang="en-US" noProof="0"/>
              <a:t>Presentation title</a:t>
            </a:r>
          </a:p>
        </p:txBody>
      </p:sp>
      <p:sp>
        <p:nvSpPr>
          <p:cNvPr id="14" name="Espace réservé du texte 4"/>
          <p:cNvSpPr>
            <a:spLocks noGrp="1"/>
          </p:cNvSpPr>
          <p:nvPr>
            <p:ph type="body" sz="quarter" idx="15" hasCustomPrompt="1"/>
          </p:nvPr>
        </p:nvSpPr>
        <p:spPr bwMode="gray">
          <a:xfrm>
            <a:off x="1055440" y="1738983"/>
            <a:ext cx="2304256" cy="1017943"/>
          </a:xfrm>
          <a:prstGeom prst="roundRect">
            <a:avLst>
              <a:gd name="adj" fmla="val 5779"/>
            </a:avLst>
          </a:prstGeom>
          <a:solidFill>
            <a:schemeClr val="bg2"/>
          </a:solidFill>
        </p:spPr>
        <p:txBody>
          <a:bodyPr lIns="72000" tIns="36000" rIns="36000" bIns="36000" anchor="ctr" anchorCtr="0"/>
          <a:lstStyle>
            <a:lvl1pPr algn="l">
              <a:lnSpc>
                <a:spcPct val="100000"/>
              </a:lnSpc>
              <a:defRPr>
                <a:solidFill>
                  <a:schemeClr val="bg1"/>
                </a:solidFill>
              </a:defRPr>
            </a:lvl1pPr>
            <a:lvl2pPr algn="l">
              <a:lnSpc>
                <a:spcPct val="100000"/>
              </a:lnSpc>
              <a:spcBef>
                <a:spcPts val="0"/>
              </a:spcBef>
              <a:spcAft>
                <a:spcPts val="0"/>
              </a:spcAft>
              <a:defRPr>
                <a:solidFill>
                  <a:schemeClr val="bg1"/>
                </a:solidFill>
              </a:defRPr>
            </a:lvl2pPr>
          </a:lstStyle>
          <a:p>
            <a:pPr lvl="0"/>
            <a:r>
              <a:rPr lang="en-US" noProof="0"/>
              <a:t>Text level 1</a:t>
            </a:r>
          </a:p>
          <a:p>
            <a:pPr lvl="1"/>
            <a:r>
              <a:rPr lang="en-US" noProof="0"/>
              <a:t>Text level 2</a:t>
            </a:r>
          </a:p>
        </p:txBody>
      </p:sp>
      <p:sp>
        <p:nvSpPr>
          <p:cNvPr id="3" name="Titre 2"/>
          <p:cNvSpPr>
            <a:spLocks noGrp="1"/>
          </p:cNvSpPr>
          <p:nvPr>
            <p:ph type="title" hasCustomPrompt="1"/>
          </p:nvPr>
        </p:nvSpPr>
        <p:spPr bwMode="gray">
          <a:xfrm>
            <a:off x="478368" y="584884"/>
            <a:ext cx="11235267" cy="864000"/>
          </a:xfrm>
        </p:spPr>
        <p:txBody>
          <a:bodyPr/>
          <a:lstStyle>
            <a:lvl1pPr>
              <a:defRPr/>
            </a:lvl1pPr>
          </a:lstStyle>
          <a:p>
            <a:r>
              <a:rPr lang="en-US" noProof="0"/>
              <a:t>Title</a:t>
            </a:r>
          </a:p>
        </p:txBody>
      </p:sp>
      <p:sp>
        <p:nvSpPr>
          <p:cNvPr id="16" name="Espace réservé du texte 4"/>
          <p:cNvSpPr>
            <a:spLocks noGrp="1"/>
          </p:cNvSpPr>
          <p:nvPr>
            <p:ph type="body" sz="quarter" idx="17" hasCustomPrompt="1"/>
          </p:nvPr>
        </p:nvSpPr>
        <p:spPr bwMode="gray">
          <a:xfrm>
            <a:off x="1055439" y="4143491"/>
            <a:ext cx="2304256" cy="1017943"/>
          </a:xfrm>
          <a:prstGeom prst="roundRect">
            <a:avLst>
              <a:gd name="adj" fmla="val 5779"/>
            </a:avLst>
          </a:prstGeom>
          <a:solidFill>
            <a:schemeClr val="accent5"/>
          </a:solidFill>
        </p:spPr>
        <p:txBody>
          <a:bodyPr lIns="72000" tIns="36000" rIns="36000" bIns="36000" anchor="ctr" anchorCtr="0"/>
          <a:lstStyle>
            <a:lvl1pPr algn="l">
              <a:lnSpc>
                <a:spcPct val="100000"/>
              </a:lnSpc>
              <a:defRPr>
                <a:solidFill>
                  <a:schemeClr val="bg1"/>
                </a:solidFill>
              </a:defRPr>
            </a:lvl1pPr>
            <a:lvl2pPr algn="l">
              <a:lnSpc>
                <a:spcPct val="100000"/>
              </a:lnSpc>
              <a:defRPr>
                <a:solidFill>
                  <a:schemeClr val="bg1"/>
                </a:solidFill>
              </a:defRPr>
            </a:lvl2pPr>
          </a:lstStyle>
          <a:p>
            <a:pPr lvl="0"/>
            <a:r>
              <a:rPr lang="en-US" noProof="0"/>
              <a:t>Text level 1</a:t>
            </a:r>
          </a:p>
          <a:p>
            <a:pPr lvl="1"/>
            <a:r>
              <a:rPr lang="en-US" noProof="0"/>
              <a:t>Text level 2</a:t>
            </a:r>
          </a:p>
        </p:txBody>
      </p:sp>
      <p:sp>
        <p:nvSpPr>
          <p:cNvPr id="18" name="Espace réservé du texte 4"/>
          <p:cNvSpPr>
            <a:spLocks noGrp="1"/>
          </p:cNvSpPr>
          <p:nvPr>
            <p:ph type="body" sz="quarter" idx="19" hasCustomPrompt="1"/>
          </p:nvPr>
        </p:nvSpPr>
        <p:spPr bwMode="gray">
          <a:xfrm>
            <a:off x="8871143" y="4149081"/>
            <a:ext cx="2304256" cy="1017943"/>
          </a:xfrm>
          <a:prstGeom prst="roundRect">
            <a:avLst>
              <a:gd name="adj" fmla="val 5779"/>
            </a:avLst>
          </a:prstGeom>
          <a:solidFill>
            <a:schemeClr val="accent1"/>
          </a:solidFill>
        </p:spPr>
        <p:txBody>
          <a:bodyPr lIns="72000" tIns="36000" rIns="36000" bIns="36000" anchor="ctr" anchorCtr="0"/>
          <a:lstStyle>
            <a:lvl1pPr algn="l">
              <a:lnSpc>
                <a:spcPct val="100000"/>
              </a:lnSpc>
              <a:defRPr>
                <a:solidFill>
                  <a:schemeClr val="bg1"/>
                </a:solidFill>
              </a:defRPr>
            </a:lvl1pPr>
            <a:lvl2pPr algn="l">
              <a:lnSpc>
                <a:spcPct val="100000"/>
              </a:lnSpc>
              <a:defRPr>
                <a:solidFill>
                  <a:schemeClr val="bg1"/>
                </a:solidFill>
              </a:defRPr>
            </a:lvl2pPr>
          </a:lstStyle>
          <a:p>
            <a:pPr lvl="0"/>
            <a:r>
              <a:rPr lang="en-US" noProof="0"/>
              <a:t>Text level 1</a:t>
            </a:r>
          </a:p>
          <a:p>
            <a:pPr lvl="1"/>
            <a:r>
              <a:rPr lang="en-US" noProof="0"/>
              <a:t>Text level 2</a:t>
            </a:r>
          </a:p>
        </p:txBody>
      </p:sp>
      <p:sp>
        <p:nvSpPr>
          <p:cNvPr id="19" name="Espace réservé du texte 4"/>
          <p:cNvSpPr>
            <a:spLocks noGrp="1"/>
          </p:cNvSpPr>
          <p:nvPr>
            <p:ph type="body" sz="quarter" idx="20" hasCustomPrompt="1"/>
          </p:nvPr>
        </p:nvSpPr>
        <p:spPr bwMode="gray">
          <a:xfrm>
            <a:off x="8871143" y="1738983"/>
            <a:ext cx="2304256" cy="1017943"/>
          </a:xfrm>
          <a:prstGeom prst="roundRect">
            <a:avLst>
              <a:gd name="adj" fmla="val 5779"/>
            </a:avLst>
          </a:prstGeom>
          <a:solidFill>
            <a:srgbClr val="FFCD1E"/>
          </a:solidFill>
        </p:spPr>
        <p:txBody>
          <a:bodyPr lIns="72000" tIns="36000" rIns="36000" bIns="36000" anchor="ctr" anchorCtr="0"/>
          <a:lstStyle>
            <a:lvl1pPr algn="l">
              <a:lnSpc>
                <a:spcPct val="100000"/>
              </a:lnSpc>
              <a:defRPr>
                <a:solidFill>
                  <a:schemeClr val="bg1"/>
                </a:solidFill>
              </a:defRPr>
            </a:lvl1pPr>
            <a:lvl2pPr algn="l">
              <a:lnSpc>
                <a:spcPct val="100000"/>
              </a:lnSpc>
              <a:defRPr>
                <a:solidFill>
                  <a:schemeClr val="bg1"/>
                </a:solidFill>
              </a:defRPr>
            </a:lvl2pPr>
          </a:lstStyle>
          <a:p>
            <a:pPr lvl="0"/>
            <a:r>
              <a:rPr lang="en-US" noProof="0"/>
              <a:t>Text level 1</a:t>
            </a:r>
          </a:p>
          <a:p>
            <a:pPr lvl="1"/>
            <a:r>
              <a:rPr lang="en-US" noProof="0"/>
              <a:t>Text level 2</a:t>
            </a:r>
          </a:p>
        </p:txBody>
      </p:sp>
      <p:sp>
        <p:nvSpPr>
          <p:cNvPr id="5" name="Espace réservé du texte 4"/>
          <p:cNvSpPr>
            <a:spLocks noGrp="1"/>
          </p:cNvSpPr>
          <p:nvPr>
            <p:ph type="body" sz="quarter" idx="13" hasCustomPrompt="1"/>
          </p:nvPr>
        </p:nvSpPr>
        <p:spPr bwMode="gray">
          <a:xfrm>
            <a:off x="5135894" y="2468034"/>
            <a:ext cx="1921073" cy="1921933"/>
          </a:xfrm>
          <a:prstGeom prst="ellipse">
            <a:avLst/>
          </a:prstGeom>
          <a:solidFill>
            <a:schemeClr val="tx2"/>
          </a:solidFill>
        </p:spPr>
        <p:txBody>
          <a:bodyPr anchor="ctr" anchorCtr="0"/>
          <a:lstStyle>
            <a:lvl1pPr>
              <a:lnSpc>
                <a:spcPct val="100000"/>
              </a:lnSpc>
              <a:defRPr sz="1333">
                <a:solidFill>
                  <a:schemeClr val="bg1"/>
                </a:solidFill>
              </a:defRPr>
            </a:lvl1pPr>
            <a:lvl2pPr>
              <a:lnSpc>
                <a:spcPct val="100000"/>
              </a:lnSpc>
              <a:defRPr sz="1333">
                <a:solidFill>
                  <a:schemeClr val="bg1"/>
                </a:solidFill>
              </a:defRPr>
            </a:lvl2pPr>
          </a:lstStyle>
          <a:p>
            <a:pPr lvl="0"/>
            <a:r>
              <a:rPr lang="en-US" noProof="0"/>
              <a:t>Text level 1</a:t>
            </a:r>
          </a:p>
          <a:p>
            <a:pPr lvl="1"/>
            <a:r>
              <a:rPr lang="en-US" noProof="0"/>
              <a:t>Text level 2</a:t>
            </a:r>
          </a:p>
        </p:txBody>
      </p:sp>
    </p:spTree>
    <p:extLst>
      <p:ext uri="{BB962C8B-B14F-4D97-AF65-F5344CB8AC3E}">
        <p14:creationId xmlns:p14="http://schemas.microsoft.com/office/powerpoint/2010/main" val="41932196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6_Titre et contenu">
    <p:spTree>
      <p:nvGrpSpPr>
        <p:cNvPr id="1" name=""/>
        <p:cNvGrpSpPr/>
        <p:nvPr/>
      </p:nvGrpSpPr>
      <p:grpSpPr>
        <a:xfrm>
          <a:off x="0" y="0"/>
          <a:ext cx="0" cy="0"/>
          <a:chOff x="0" y="0"/>
          <a:chExt cx="0" cy="0"/>
        </a:xfrm>
      </p:grpSpPr>
      <p:sp>
        <p:nvSpPr>
          <p:cNvPr id="11" name="Espace réservé de la date 10"/>
          <p:cNvSpPr>
            <a:spLocks noGrp="1"/>
          </p:cNvSpPr>
          <p:nvPr>
            <p:ph type="dt" sz="half" idx="10"/>
          </p:nvPr>
        </p:nvSpPr>
        <p:spPr bwMode="gray"/>
        <p:txBody>
          <a:bodyPr/>
          <a:lstStyle/>
          <a:p>
            <a:r>
              <a:rPr lang="fr-FR" noProof="0"/>
              <a:t>Date</a:t>
            </a:r>
            <a:endParaRPr lang="en-US" noProof="0"/>
          </a:p>
        </p:txBody>
      </p:sp>
      <p:sp>
        <p:nvSpPr>
          <p:cNvPr id="12" name="Espace réservé du numéro de diapositive 11"/>
          <p:cNvSpPr>
            <a:spLocks noGrp="1"/>
          </p:cNvSpPr>
          <p:nvPr>
            <p:ph type="sldNum" sz="quarter" idx="11"/>
          </p:nvPr>
        </p:nvSpPr>
        <p:spPr bwMode="gray"/>
        <p:txBody>
          <a:bodyPr/>
          <a:lstStyle/>
          <a:p>
            <a:fld id="{733122C9-A0B9-462F-8757-0847AD287B63}" type="slidenum">
              <a:rPr lang="en-US" noProof="0" smtClean="0"/>
              <a:pPr/>
              <a:t>‹#›</a:t>
            </a:fld>
            <a:endParaRPr lang="en-US" noProof="0"/>
          </a:p>
        </p:txBody>
      </p:sp>
      <p:sp>
        <p:nvSpPr>
          <p:cNvPr id="13" name="Espace réservé du pied de page 12"/>
          <p:cNvSpPr>
            <a:spLocks noGrp="1"/>
          </p:cNvSpPr>
          <p:nvPr>
            <p:ph type="ftr" sz="quarter" idx="12"/>
          </p:nvPr>
        </p:nvSpPr>
        <p:spPr bwMode="gray"/>
        <p:txBody>
          <a:bodyPr/>
          <a:lstStyle/>
          <a:p>
            <a:r>
              <a:rPr lang="en-US" noProof="0"/>
              <a:t>Presentation title</a:t>
            </a:r>
          </a:p>
        </p:txBody>
      </p:sp>
      <p:sp>
        <p:nvSpPr>
          <p:cNvPr id="4" name="Titre 3"/>
          <p:cNvSpPr>
            <a:spLocks noGrp="1"/>
          </p:cNvSpPr>
          <p:nvPr>
            <p:ph type="title" hasCustomPrompt="1"/>
          </p:nvPr>
        </p:nvSpPr>
        <p:spPr bwMode="gray">
          <a:xfrm>
            <a:off x="478368" y="584885"/>
            <a:ext cx="11235267" cy="443849"/>
          </a:xfrm>
        </p:spPr>
        <p:txBody>
          <a:bodyPr/>
          <a:lstStyle>
            <a:lvl1pPr>
              <a:defRPr/>
            </a:lvl1pPr>
          </a:lstStyle>
          <a:p>
            <a:r>
              <a:rPr lang="en-US" noProof="0"/>
              <a:t>Title</a:t>
            </a:r>
          </a:p>
        </p:txBody>
      </p:sp>
      <p:sp>
        <p:nvSpPr>
          <p:cNvPr id="5" name="Espace réservé du tableau 4"/>
          <p:cNvSpPr>
            <a:spLocks noGrp="1"/>
          </p:cNvSpPr>
          <p:nvPr>
            <p:ph type="tbl" sz="quarter" idx="13" hasCustomPrompt="1"/>
          </p:nvPr>
        </p:nvSpPr>
        <p:spPr bwMode="gray">
          <a:xfrm>
            <a:off x="478367" y="1028701"/>
            <a:ext cx="11235267" cy="4944583"/>
          </a:xfrm>
        </p:spPr>
        <p:txBody>
          <a:bodyPr tIns="540000" anchor="ctr" anchorCtr="0"/>
          <a:lstStyle>
            <a:lvl1pPr>
              <a:defRPr/>
            </a:lvl1pPr>
          </a:lstStyle>
          <a:p>
            <a:r>
              <a:rPr lang="en-US" noProof="0"/>
              <a:t>Table</a:t>
            </a:r>
          </a:p>
        </p:txBody>
      </p:sp>
    </p:spTree>
    <p:extLst>
      <p:ext uri="{BB962C8B-B14F-4D97-AF65-F5344CB8AC3E}">
        <p14:creationId xmlns:p14="http://schemas.microsoft.com/office/powerpoint/2010/main" val="235677092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7_Titre et contenu">
    <p:spTree>
      <p:nvGrpSpPr>
        <p:cNvPr id="1" name=""/>
        <p:cNvGrpSpPr/>
        <p:nvPr/>
      </p:nvGrpSpPr>
      <p:grpSpPr>
        <a:xfrm>
          <a:off x="0" y="0"/>
          <a:ext cx="0" cy="0"/>
          <a:chOff x="0" y="0"/>
          <a:chExt cx="0" cy="0"/>
        </a:xfrm>
      </p:grpSpPr>
      <p:sp>
        <p:nvSpPr>
          <p:cNvPr id="11" name="Espace réservé de la date 10"/>
          <p:cNvSpPr>
            <a:spLocks noGrp="1"/>
          </p:cNvSpPr>
          <p:nvPr>
            <p:ph type="dt" sz="half" idx="10"/>
          </p:nvPr>
        </p:nvSpPr>
        <p:spPr bwMode="gray"/>
        <p:txBody>
          <a:bodyPr/>
          <a:lstStyle/>
          <a:p>
            <a:r>
              <a:rPr lang="fr-FR" noProof="0"/>
              <a:t>Date</a:t>
            </a:r>
            <a:endParaRPr lang="en-US" noProof="0"/>
          </a:p>
        </p:txBody>
      </p:sp>
      <p:sp>
        <p:nvSpPr>
          <p:cNvPr id="12" name="Espace réservé du numéro de diapositive 11"/>
          <p:cNvSpPr>
            <a:spLocks noGrp="1"/>
          </p:cNvSpPr>
          <p:nvPr>
            <p:ph type="sldNum" sz="quarter" idx="11"/>
          </p:nvPr>
        </p:nvSpPr>
        <p:spPr bwMode="gray"/>
        <p:txBody>
          <a:bodyPr/>
          <a:lstStyle/>
          <a:p>
            <a:fld id="{733122C9-A0B9-462F-8757-0847AD287B63}" type="slidenum">
              <a:rPr lang="en-US" noProof="0" smtClean="0"/>
              <a:pPr/>
              <a:t>‹#›</a:t>
            </a:fld>
            <a:endParaRPr lang="en-US" noProof="0"/>
          </a:p>
        </p:txBody>
      </p:sp>
      <p:sp>
        <p:nvSpPr>
          <p:cNvPr id="13" name="Espace réservé du pied de page 12"/>
          <p:cNvSpPr>
            <a:spLocks noGrp="1"/>
          </p:cNvSpPr>
          <p:nvPr>
            <p:ph type="ftr" sz="quarter" idx="12"/>
          </p:nvPr>
        </p:nvSpPr>
        <p:spPr bwMode="gray"/>
        <p:txBody>
          <a:bodyPr/>
          <a:lstStyle/>
          <a:p>
            <a:r>
              <a:rPr lang="en-US" noProof="0"/>
              <a:t>Presentation title</a:t>
            </a:r>
          </a:p>
        </p:txBody>
      </p:sp>
      <p:sp>
        <p:nvSpPr>
          <p:cNvPr id="4" name="Titre 3"/>
          <p:cNvSpPr>
            <a:spLocks noGrp="1"/>
          </p:cNvSpPr>
          <p:nvPr>
            <p:ph type="title" hasCustomPrompt="1"/>
          </p:nvPr>
        </p:nvSpPr>
        <p:spPr bwMode="gray">
          <a:xfrm>
            <a:off x="478368" y="584884"/>
            <a:ext cx="11235267" cy="864000"/>
          </a:xfrm>
        </p:spPr>
        <p:txBody>
          <a:bodyPr/>
          <a:lstStyle>
            <a:lvl1pPr>
              <a:defRPr/>
            </a:lvl1pPr>
          </a:lstStyle>
          <a:p>
            <a:r>
              <a:rPr lang="en-US" noProof="0"/>
              <a:t>Title</a:t>
            </a:r>
          </a:p>
        </p:txBody>
      </p:sp>
      <p:sp>
        <p:nvSpPr>
          <p:cNvPr id="5" name="Espace réservé du texte 4"/>
          <p:cNvSpPr>
            <a:spLocks noGrp="1"/>
          </p:cNvSpPr>
          <p:nvPr>
            <p:ph type="body" sz="quarter" idx="13" hasCustomPrompt="1"/>
          </p:nvPr>
        </p:nvSpPr>
        <p:spPr bwMode="gray">
          <a:xfrm>
            <a:off x="478368" y="1451282"/>
            <a:ext cx="3623349" cy="768349"/>
          </a:xfrm>
        </p:spPr>
        <p:txBody>
          <a:bodyPr/>
          <a:lstStyle>
            <a:lvl1pPr>
              <a:spcAft>
                <a:spcPts val="800"/>
              </a:spcAft>
              <a:defRPr sz="1333" cap="all" baseline="0"/>
            </a:lvl1pPr>
            <a:lvl2pPr marL="0" indent="0">
              <a:buNone/>
              <a:defRPr sz="1333">
                <a:solidFill>
                  <a:srgbClr val="E63241"/>
                </a:solidFill>
              </a:defRPr>
            </a:lvl2pPr>
          </a:lstStyle>
          <a:p>
            <a:pPr lvl="0"/>
            <a:r>
              <a:rPr lang="en-US" noProof="0"/>
              <a:t>Text level 1</a:t>
            </a:r>
          </a:p>
          <a:p>
            <a:pPr lvl="1"/>
            <a:r>
              <a:rPr lang="en-US" noProof="0"/>
              <a:t>Text level 2</a:t>
            </a:r>
          </a:p>
        </p:txBody>
      </p:sp>
      <p:sp>
        <p:nvSpPr>
          <p:cNvPr id="10" name="Espace réservé du texte 4"/>
          <p:cNvSpPr>
            <a:spLocks noGrp="1"/>
          </p:cNvSpPr>
          <p:nvPr>
            <p:ph type="body" sz="quarter" idx="14" hasCustomPrompt="1"/>
          </p:nvPr>
        </p:nvSpPr>
        <p:spPr bwMode="gray">
          <a:xfrm>
            <a:off x="459377" y="2468033"/>
            <a:ext cx="1632000" cy="912000"/>
          </a:xfrm>
        </p:spPr>
        <p:txBody>
          <a:bodyPr anchor="ctr" anchorCtr="0"/>
          <a:lstStyle>
            <a:lvl1pPr>
              <a:defRPr sz="1333" b="1"/>
            </a:lvl1pPr>
            <a:lvl2pPr marL="0" indent="0">
              <a:buNone/>
              <a:defRPr sz="1333" b="0"/>
            </a:lvl2pPr>
          </a:lstStyle>
          <a:p>
            <a:pPr lvl="0"/>
            <a:r>
              <a:rPr lang="en-US" noProof="0"/>
              <a:t>Text level 1</a:t>
            </a:r>
          </a:p>
          <a:p>
            <a:pPr lvl="1"/>
            <a:r>
              <a:rPr lang="en-US" noProof="0"/>
              <a:t>Text level 2</a:t>
            </a:r>
          </a:p>
        </p:txBody>
      </p:sp>
      <p:sp>
        <p:nvSpPr>
          <p:cNvPr id="14" name="Espace réservé du texte 4"/>
          <p:cNvSpPr>
            <a:spLocks noGrp="1"/>
          </p:cNvSpPr>
          <p:nvPr>
            <p:ph type="body" sz="quarter" idx="15" hasCustomPrompt="1"/>
          </p:nvPr>
        </p:nvSpPr>
        <p:spPr bwMode="gray">
          <a:xfrm>
            <a:off x="2159564" y="2459636"/>
            <a:ext cx="912000" cy="912000"/>
          </a:xfrm>
          <a:prstGeom prst="ellipse">
            <a:avLst/>
          </a:prstGeom>
          <a:solidFill>
            <a:srgbClr val="DCDC00"/>
          </a:solidFill>
        </p:spPr>
        <p:txBody>
          <a:bodyPr wrap="none" anchor="ctr" anchorCtr="0"/>
          <a:lstStyle>
            <a:lvl1pPr>
              <a:defRPr sz="2000">
                <a:solidFill>
                  <a:schemeClr val="bg1"/>
                </a:solidFill>
              </a:defRPr>
            </a:lvl1pPr>
            <a:lvl2pPr>
              <a:defRPr sz="1333"/>
            </a:lvl2pPr>
          </a:lstStyle>
          <a:p>
            <a:pPr lvl="0"/>
            <a:r>
              <a:rPr lang="en-US" noProof="0"/>
              <a:t>+00%</a:t>
            </a:r>
          </a:p>
        </p:txBody>
      </p:sp>
      <p:sp>
        <p:nvSpPr>
          <p:cNvPr id="15" name="Espace réservé du texte 4"/>
          <p:cNvSpPr>
            <a:spLocks noGrp="1"/>
          </p:cNvSpPr>
          <p:nvPr>
            <p:ph type="body" sz="quarter" idx="16" hasCustomPrompt="1"/>
          </p:nvPr>
        </p:nvSpPr>
        <p:spPr bwMode="gray">
          <a:xfrm>
            <a:off x="459377" y="3552783"/>
            <a:ext cx="1632000" cy="912000"/>
          </a:xfrm>
        </p:spPr>
        <p:txBody>
          <a:bodyPr anchor="ctr" anchorCtr="0"/>
          <a:lstStyle>
            <a:lvl1pPr>
              <a:defRPr sz="1333" b="1"/>
            </a:lvl1pPr>
            <a:lvl2pPr marL="0" indent="0">
              <a:buNone/>
              <a:defRPr sz="1333" b="0"/>
            </a:lvl2pPr>
          </a:lstStyle>
          <a:p>
            <a:pPr lvl="0"/>
            <a:r>
              <a:rPr lang="en-US" noProof="0"/>
              <a:t>Text level 1</a:t>
            </a:r>
          </a:p>
          <a:p>
            <a:pPr lvl="1"/>
            <a:r>
              <a:rPr lang="en-US" noProof="0"/>
              <a:t>Text level 2</a:t>
            </a:r>
          </a:p>
        </p:txBody>
      </p:sp>
      <p:sp>
        <p:nvSpPr>
          <p:cNvPr id="16" name="Espace réservé du texte 4"/>
          <p:cNvSpPr>
            <a:spLocks noGrp="1"/>
          </p:cNvSpPr>
          <p:nvPr>
            <p:ph type="body" sz="quarter" idx="17" hasCustomPrompt="1"/>
          </p:nvPr>
        </p:nvSpPr>
        <p:spPr bwMode="gray">
          <a:xfrm>
            <a:off x="2159564" y="3544385"/>
            <a:ext cx="912000" cy="912000"/>
          </a:xfrm>
          <a:prstGeom prst="ellipse">
            <a:avLst/>
          </a:prstGeom>
          <a:solidFill>
            <a:schemeClr val="accent6"/>
          </a:solidFill>
        </p:spPr>
        <p:txBody>
          <a:bodyPr wrap="none" anchor="ctr" anchorCtr="0"/>
          <a:lstStyle>
            <a:lvl1pPr>
              <a:defRPr sz="2000">
                <a:solidFill>
                  <a:schemeClr val="bg1"/>
                </a:solidFill>
              </a:defRPr>
            </a:lvl1pPr>
            <a:lvl2pPr>
              <a:defRPr sz="1333"/>
            </a:lvl2pPr>
          </a:lstStyle>
          <a:p>
            <a:pPr lvl="0"/>
            <a:r>
              <a:rPr lang="en-US" noProof="0"/>
              <a:t>+00%</a:t>
            </a:r>
          </a:p>
        </p:txBody>
      </p:sp>
      <p:sp>
        <p:nvSpPr>
          <p:cNvPr id="17" name="Espace réservé du texte 4"/>
          <p:cNvSpPr>
            <a:spLocks noGrp="1"/>
          </p:cNvSpPr>
          <p:nvPr>
            <p:ph type="body" sz="quarter" idx="18" hasCustomPrompt="1"/>
          </p:nvPr>
        </p:nvSpPr>
        <p:spPr bwMode="gray">
          <a:xfrm>
            <a:off x="459377" y="4637531"/>
            <a:ext cx="1632000" cy="912000"/>
          </a:xfrm>
        </p:spPr>
        <p:txBody>
          <a:bodyPr anchor="ctr" anchorCtr="0"/>
          <a:lstStyle>
            <a:lvl1pPr>
              <a:defRPr sz="1333" b="1"/>
            </a:lvl1pPr>
            <a:lvl2pPr marL="0" indent="0">
              <a:buNone/>
              <a:defRPr sz="1333" b="0"/>
            </a:lvl2pPr>
          </a:lstStyle>
          <a:p>
            <a:pPr lvl="0"/>
            <a:r>
              <a:rPr lang="en-US" noProof="0"/>
              <a:t>Text level 1</a:t>
            </a:r>
          </a:p>
          <a:p>
            <a:pPr lvl="1"/>
            <a:r>
              <a:rPr lang="en-US" noProof="0"/>
              <a:t>Text level 2</a:t>
            </a:r>
          </a:p>
        </p:txBody>
      </p:sp>
      <p:sp>
        <p:nvSpPr>
          <p:cNvPr id="18" name="Espace réservé du texte 4"/>
          <p:cNvSpPr>
            <a:spLocks noGrp="1"/>
          </p:cNvSpPr>
          <p:nvPr>
            <p:ph type="body" sz="quarter" idx="19" hasCustomPrompt="1"/>
          </p:nvPr>
        </p:nvSpPr>
        <p:spPr bwMode="gray">
          <a:xfrm>
            <a:off x="2159564" y="4629133"/>
            <a:ext cx="912000" cy="912000"/>
          </a:xfrm>
          <a:prstGeom prst="ellipse">
            <a:avLst/>
          </a:prstGeom>
          <a:solidFill>
            <a:schemeClr val="bg2"/>
          </a:solidFill>
        </p:spPr>
        <p:txBody>
          <a:bodyPr wrap="none" anchor="ctr" anchorCtr="0"/>
          <a:lstStyle>
            <a:lvl1pPr>
              <a:defRPr sz="2000">
                <a:solidFill>
                  <a:schemeClr val="bg1"/>
                </a:solidFill>
              </a:defRPr>
            </a:lvl1pPr>
            <a:lvl2pPr>
              <a:defRPr sz="1333"/>
            </a:lvl2pPr>
          </a:lstStyle>
          <a:p>
            <a:pPr lvl="0"/>
            <a:r>
              <a:rPr lang="en-US" noProof="0"/>
              <a:t>+00%</a:t>
            </a:r>
          </a:p>
        </p:txBody>
      </p:sp>
      <p:sp>
        <p:nvSpPr>
          <p:cNvPr id="19" name="Espace réservé du texte 4"/>
          <p:cNvSpPr>
            <a:spLocks noGrp="1"/>
          </p:cNvSpPr>
          <p:nvPr>
            <p:ph type="body" sz="quarter" idx="20" hasCustomPrompt="1"/>
          </p:nvPr>
        </p:nvSpPr>
        <p:spPr bwMode="gray">
          <a:xfrm>
            <a:off x="4284324" y="1451282"/>
            <a:ext cx="3623349" cy="768349"/>
          </a:xfrm>
        </p:spPr>
        <p:txBody>
          <a:bodyPr/>
          <a:lstStyle>
            <a:lvl1pPr>
              <a:spcAft>
                <a:spcPts val="800"/>
              </a:spcAft>
              <a:defRPr sz="1333" cap="all" baseline="0"/>
            </a:lvl1pPr>
            <a:lvl2pPr marL="0" indent="0">
              <a:buNone/>
              <a:defRPr sz="1333">
                <a:solidFill>
                  <a:srgbClr val="E63241"/>
                </a:solidFill>
              </a:defRPr>
            </a:lvl2pPr>
          </a:lstStyle>
          <a:p>
            <a:pPr lvl="0"/>
            <a:r>
              <a:rPr lang="en-US" noProof="0"/>
              <a:t>Text level 1</a:t>
            </a:r>
          </a:p>
          <a:p>
            <a:pPr lvl="1"/>
            <a:r>
              <a:rPr lang="en-US" noProof="0"/>
              <a:t>Text level 2</a:t>
            </a:r>
          </a:p>
        </p:txBody>
      </p:sp>
      <p:sp>
        <p:nvSpPr>
          <p:cNvPr id="8" name="Espace réservé du graphique 7"/>
          <p:cNvSpPr>
            <a:spLocks noGrp="1"/>
          </p:cNvSpPr>
          <p:nvPr>
            <p:ph type="chart" sz="quarter" idx="21" hasCustomPrompt="1"/>
          </p:nvPr>
        </p:nvSpPr>
        <p:spPr bwMode="gray">
          <a:xfrm>
            <a:off x="4284324" y="2372884"/>
            <a:ext cx="3624000" cy="3505101"/>
          </a:xfrm>
        </p:spPr>
        <p:txBody>
          <a:bodyPr tIns="540000" anchor="ctr" anchorCtr="0"/>
          <a:lstStyle>
            <a:lvl1pPr>
              <a:defRPr/>
            </a:lvl1pPr>
          </a:lstStyle>
          <a:p>
            <a:r>
              <a:rPr lang="en-US" noProof="0"/>
              <a:t>Graph</a:t>
            </a:r>
          </a:p>
        </p:txBody>
      </p:sp>
      <p:sp>
        <p:nvSpPr>
          <p:cNvPr id="20" name="Espace réservé du texte 4"/>
          <p:cNvSpPr>
            <a:spLocks noGrp="1"/>
          </p:cNvSpPr>
          <p:nvPr>
            <p:ph type="body" sz="quarter" idx="22" hasCustomPrompt="1"/>
          </p:nvPr>
        </p:nvSpPr>
        <p:spPr bwMode="gray">
          <a:xfrm>
            <a:off x="8069456" y="1451282"/>
            <a:ext cx="3623349" cy="768349"/>
          </a:xfrm>
        </p:spPr>
        <p:txBody>
          <a:bodyPr/>
          <a:lstStyle>
            <a:lvl1pPr>
              <a:spcAft>
                <a:spcPts val="800"/>
              </a:spcAft>
              <a:defRPr sz="1333" cap="all" baseline="0"/>
            </a:lvl1pPr>
            <a:lvl2pPr marL="0" indent="0">
              <a:buNone/>
              <a:defRPr sz="1333">
                <a:solidFill>
                  <a:srgbClr val="E63241"/>
                </a:solidFill>
              </a:defRPr>
            </a:lvl2pPr>
          </a:lstStyle>
          <a:p>
            <a:pPr lvl="0"/>
            <a:r>
              <a:rPr lang="en-US" noProof="0"/>
              <a:t>Text level 1</a:t>
            </a:r>
          </a:p>
          <a:p>
            <a:pPr lvl="1"/>
            <a:r>
              <a:rPr lang="en-US" noProof="0"/>
              <a:t>Text level 2</a:t>
            </a:r>
          </a:p>
        </p:txBody>
      </p:sp>
      <p:sp>
        <p:nvSpPr>
          <p:cNvPr id="21" name="Espace réservé du graphique 7"/>
          <p:cNvSpPr>
            <a:spLocks noGrp="1"/>
          </p:cNvSpPr>
          <p:nvPr>
            <p:ph type="chart" sz="quarter" idx="23" hasCustomPrompt="1"/>
          </p:nvPr>
        </p:nvSpPr>
        <p:spPr bwMode="gray">
          <a:xfrm>
            <a:off x="8069456" y="2372884"/>
            <a:ext cx="3624000" cy="3505101"/>
          </a:xfrm>
        </p:spPr>
        <p:txBody>
          <a:bodyPr tIns="540000" anchor="ctr" anchorCtr="0"/>
          <a:lstStyle/>
          <a:p>
            <a:r>
              <a:rPr lang="en-US" noProof="0"/>
              <a:t>Graph</a:t>
            </a:r>
          </a:p>
        </p:txBody>
      </p:sp>
    </p:spTree>
    <p:extLst>
      <p:ext uri="{BB962C8B-B14F-4D97-AF65-F5344CB8AC3E}">
        <p14:creationId xmlns:p14="http://schemas.microsoft.com/office/powerpoint/2010/main" val="295323226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8_Titre et contenu">
    <p:spTree>
      <p:nvGrpSpPr>
        <p:cNvPr id="1" name=""/>
        <p:cNvGrpSpPr/>
        <p:nvPr/>
      </p:nvGrpSpPr>
      <p:grpSpPr>
        <a:xfrm>
          <a:off x="0" y="0"/>
          <a:ext cx="0" cy="0"/>
          <a:chOff x="0" y="0"/>
          <a:chExt cx="0" cy="0"/>
        </a:xfrm>
      </p:grpSpPr>
      <p:sp>
        <p:nvSpPr>
          <p:cNvPr id="11" name="Espace réservé de la date 10"/>
          <p:cNvSpPr>
            <a:spLocks noGrp="1"/>
          </p:cNvSpPr>
          <p:nvPr>
            <p:ph type="dt" sz="half" idx="10"/>
          </p:nvPr>
        </p:nvSpPr>
        <p:spPr bwMode="gray"/>
        <p:txBody>
          <a:bodyPr/>
          <a:lstStyle/>
          <a:p>
            <a:r>
              <a:rPr lang="fr-FR" noProof="0"/>
              <a:t>Date</a:t>
            </a:r>
            <a:endParaRPr lang="en-US" noProof="0"/>
          </a:p>
        </p:txBody>
      </p:sp>
      <p:sp>
        <p:nvSpPr>
          <p:cNvPr id="12" name="Espace réservé du numéro de diapositive 11"/>
          <p:cNvSpPr>
            <a:spLocks noGrp="1"/>
          </p:cNvSpPr>
          <p:nvPr>
            <p:ph type="sldNum" sz="quarter" idx="11"/>
          </p:nvPr>
        </p:nvSpPr>
        <p:spPr bwMode="gray"/>
        <p:txBody>
          <a:bodyPr/>
          <a:lstStyle/>
          <a:p>
            <a:fld id="{733122C9-A0B9-462F-8757-0847AD287B63}" type="slidenum">
              <a:rPr lang="en-US" noProof="0" smtClean="0"/>
              <a:pPr/>
              <a:t>‹#›</a:t>
            </a:fld>
            <a:endParaRPr lang="en-US" noProof="0"/>
          </a:p>
        </p:txBody>
      </p:sp>
      <p:sp>
        <p:nvSpPr>
          <p:cNvPr id="13" name="Espace réservé du pied de page 12"/>
          <p:cNvSpPr>
            <a:spLocks noGrp="1"/>
          </p:cNvSpPr>
          <p:nvPr>
            <p:ph type="ftr" sz="quarter" idx="12"/>
          </p:nvPr>
        </p:nvSpPr>
        <p:spPr bwMode="gray"/>
        <p:txBody>
          <a:bodyPr/>
          <a:lstStyle/>
          <a:p>
            <a:r>
              <a:rPr lang="en-US" noProof="0"/>
              <a:t>Presentation title</a:t>
            </a:r>
          </a:p>
        </p:txBody>
      </p:sp>
      <p:sp>
        <p:nvSpPr>
          <p:cNvPr id="4" name="Titre 3"/>
          <p:cNvSpPr>
            <a:spLocks noGrp="1"/>
          </p:cNvSpPr>
          <p:nvPr>
            <p:ph type="title" hasCustomPrompt="1"/>
          </p:nvPr>
        </p:nvSpPr>
        <p:spPr bwMode="gray"/>
        <p:txBody>
          <a:bodyPr/>
          <a:lstStyle>
            <a:lvl1pPr>
              <a:defRPr/>
            </a:lvl1pPr>
          </a:lstStyle>
          <a:p>
            <a:r>
              <a:rPr lang="en-US" noProof="0"/>
              <a:t>Title</a:t>
            </a:r>
          </a:p>
        </p:txBody>
      </p:sp>
      <p:sp>
        <p:nvSpPr>
          <p:cNvPr id="5" name="Espace réservé du texte 4"/>
          <p:cNvSpPr>
            <a:spLocks noGrp="1"/>
          </p:cNvSpPr>
          <p:nvPr>
            <p:ph type="body" sz="quarter" idx="13" hasCustomPrompt="1"/>
          </p:nvPr>
        </p:nvSpPr>
        <p:spPr bwMode="gray">
          <a:xfrm>
            <a:off x="2556084" y="2409550"/>
            <a:ext cx="1678517" cy="1680633"/>
          </a:xfrm>
          <a:prstGeom prst="ellipse">
            <a:avLst/>
          </a:prstGeom>
          <a:solidFill>
            <a:srgbClr val="DCDC00"/>
          </a:solidFill>
        </p:spPr>
        <p:txBody>
          <a:bodyPr anchor="ctr" anchorCtr="0"/>
          <a:lstStyle>
            <a:lvl1pPr>
              <a:defRPr sz="2933">
                <a:solidFill>
                  <a:schemeClr val="accent4"/>
                </a:solidFill>
              </a:defRPr>
            </a:lvl1pPr>
          </a:lstStyle>
          <a:p>
            <a:pPr lvl="0"/>
            <a:r>
              <a:rPr lang="en-US" noProof="0"/>
              <a:t>+00%</a:t>
            </a:r>
          </a:p>
        </p:txBody>
      </p:sp>
      <p:sp>
        <p:nvSpPr>
          <p:cNvPr id="8" name="Espace réservé du texte 7"/>
          <p:cNvSpPr>
            <a:spLocks noGrp="1"/>
          </p:cNvSpPr>
          <p:nvPr>
            <p:ph type="body" sz="quarter" idx="14" hasCustomPrompt="1"/>
          </p:nvPr>
        </p:nvSpPr>
        <p:spPr bwMode="gray">
          <a:xfrm>
            <a:off x="2171514" y="4262895"/>
            <a:ext cx="2447660" cy="1536700"/>
          </a:xfrm>
        </p:spPr>
        <p:txBody>
          <a:bodyPr/>
          <a:lstStyle>
            <a:lvl1pPr>
              <a:defRPr sz="1333" b="1"/>
            </a:lvl1pPr>
            <a:lvl2pPr marL="0" indent="0">
              <a:buNone/>
              <a:defRPr sz="1333"/>
            </a:lvl2pPr>
          </a:lstStyle>
          <a:p>
            <a:pPr lvl="0"/>
            <a:r>
              <a:rPr lang="en-US" noProof="0"/>
              <a:t>Text level 1</a:t>
            </a:r>
          </a:p>
          <a:p>
            <a:pPr lvl="1"/>
            <a:r>
              <a:rPr lang="en-US" noProof="0"/>
              <a:t>Text level 2</a:t>
            </a:r>
          </a:p>
        </p:txBody>
      </p:sp>
      <p:sp>
        <p:nvSpPr>
          <p:cNvPr id="9" name="Espace réservé du texte 4"/>
          <p:cNvSpPr>
            <a:spLocks noGrp="1"/>
          </p:cNvSpPr>
          <p:nvPr>
            <p:ph type="body" sz="quarter" idx="15" hasCustomPrompt="1"/>
          </p:nvPr>
        </p:nvSpPr>
        <p:spPr bwMode="gray">
          <a:xfrm>
            <a:off x="5238144" y="2409550"/>
            <a:ext cx="1678517" cy="1680633"/>
          </a:xfrm>
          <a:prstGeom prst="ellipse">
            <a:avLst/>
          </a:prstGeom>
          <a:solidFill>
            <a:schemeClr val="bg2"/>
          </a:solidFill>
        </p:spPr>
        <p:txBody>
          <a:bodyPr anchor="ctr" anchorCtr="0"/>
          <a:lstStyle>
            <a:lvl1pPr>
              <a:defRPr sz="2933">
                <a:solidFill>
                  <a:schemeClr val="accent2"/>
                </a:solidFill>
              </a:defRPr>
            </a:lvl1pPr>
          </a:lstStyle>
          <a:p>
            <a:pPr lvl="0"/>
            <a:r>
              <a:rPr lang="en-US" noProof="0"/>
              <a:t>+00%</a:t>
            </a:r>
          </a:p>
        </p:txBody>
      </p:sp>
      <p:sp>
        <p:nvSpPr>
          <p:cNvPr id="10" name="Espace réservé du texte 7"/>
          <p:cNvSpPr>
            <a:spLocks noGrp="1"/>
          </p:cNvSpPr>
          <p:nvPr>
            <p:ph type="body" sz="quarter" idx="16" hasCustomPrompt="1"/>
          </p:nvPr>
        </p:nvSpPr>
        <p:spPr bwMode="gray">
          <a:xfrm>
            <a:off x="4853574" y="4262895"/>
            <a:ext cx="2447660" cy="1536700"/>
          </a:xfrm>
        </p:spPr>
        <p:txBody>
          <a:bodyPr/>
          <a:lstStyle>
            <a:lvl1pPr>
              <a:defRPr sz="1333" b="1"/>
            </a:lvl1pPr>
            <a:lvl2pPr marL="0" indent="0">
              <a:buNone/>
              <a:defRPr sz="1333"/>
            </a:lvl2pPr>
          </a:lstStyle>
          <a:p>
            <a:pPr lvl="0"/>
            <a:r>
              <a:rPr lang="en-US" noProof="0"/>
              <a:t>Text level 1</a:t>
            </a:r>
          </a:p>
          <a:p>
            <a:pPr lvl="1"/>
            <a:r>
              <a:rPr lang="en-US" noProof="0"/>
              <a:t>Text level 2</a:t>
            </a:r>
          </a:p>
        </p:txBody>
      </p:sp>
      <p:sp>
        <p:nvSpPr>
          <p:cNvPr id="14" name="Espace réservé du texte 4"/>
          <p:cNvSpPr>
            <a:spLocks noGrp="1"/>
          </p:cNvSpPr>
          <p:nvPr>
            <p:ph type="body" sz="quarter" idx="17" hasCustomPrompt="1"/>
          </p:nvPr>
        </p:nvSpPr>
        <p:spPr bwMode="gray">
          <a:xfrm>
            <a:off x="7920203" y="2409550"/>
            <a:ext cx="1678517" cy="1680633"/>
          </a:xfrm>
          <a:prstGeom prst="ellipse">
            <a:avLst/>
          </a:prstGeom>
          <a:solidFill>
            <a:schemeClr val="accent5"/>
          </a:solidFill>
        </p:spPr>
        <p:txBody>
          <a:bodyPr anchor="ctr" anchorCtr="0"/>
          <a:lstStyle>
            <a:lvl1pPr>
              <a:defRPr sz="2933">
                <a:solidFill>
                  <a:srgbClr val="DCDC00"/>
                </a:solidFill>
              </a:defRPr>
            </a:lvl1pPr>
          </a:lstStyle>
          <a:p>
            <a:pPr lvl="0"/>
            <a:r>
              <a:rPr lang="en-US" noProof="0"/>
              <a:t>+00%</a:t>
            </a:r>
          </a:p>
        </p:txBody>
      </p:sp>
      <p:sp>
        <p:nvSpPr>
          <p:cNvPr id="15" name="Espace réservé du texte 7"/>
          <p:cNvSpPr>
            <a:spLocks noGrp="1"/>
          </p:cNvSpPr>
          <p:nvPr>
            <p:ph type="body" sz="quarter" idx="18" hasCustomPrompt="1"/>
          </p:nvPr>
        </p:nvSpPr>
        <p:spPr bwMode="gray">
          <a:xfrm>
            <a:off x="7535633" y="4262895"/>
            <a:ext cx="2447660" cy="1536700"/>
          </a:xfrm>
        </p:spPr>
        <p:txBody>
          <a:bodyPr/>
          <a:lstStyle>
            <a:lvl1pPr>
              <a:defRPr sz="1333" b="1"/>
            </a:lvl1pPr>
            <a:lvl2pPr marL="0" indent="0">
              <a:buNone/>
              <a:defRPr sz="1333"/>
            </a:lvl2pPr>
          </a:lstStyle>
          <a:p>
            <a:pPr lvl="0"/>
            <a:r>
              <a:rPr lang="en-US" noProof="0"/>
              <a:t>Text level 1</a:t>
            </a:r>
          </a:p>
          <a:p>
            <a:pPr lvl="1"/>
            <a:r>
              <a:rPr lang="en-US" noProof="0"/>
              <a:t>Text level 2</a:t>
            </a:r>
          </a:p>
        </p:txBody>
      </p:sp>
    </p:spTree>
    <p:extLst>
      <p:ext uri="{BB962C8B-B14F-4D97-AF65-F5344CB8AC3E}">
        <p14:creationId xmlns:p14="http://schemas.microsoft.com/office/powerpoint/2010/main" val="164024548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9_Titre et contenu">
    <p:spTree>
      <p:nvGrpSpPr>
        <p:cNvPr id="1" name=""/>
        <p:cNvGrpSpPr/>
        <p:nvPr/>
      </p:nvGrpSpPr>
      <p:grpSpPr>
        <a:xfrm>
          <a:off x="0" y="0"/>
          <a:ext cx="0" cy="0"/>
          <a:chOff x="0" y="0"/>
          <a:chExt cx="0" cy="0"/>
        </a:xfrm>
      </p:grpSpPr>
      <p:sp>
        <p:nvSpPr>
          <p:cNvPr id="2" name="Rectangle à coins arrondis 1"/>
          <p:cNvSpPr/>
          <p:nvPr userDrawn="1"/>
        </p:nvSpPr>
        <p:spPr bwMode="gray">
          <a:xfrm>
            <a:off x="2096041" y="2639407"/>
            <a:ext cx="1248000" cy="1584000"/>
          </a:xfrm>
          <a:prstGeom prst="roundRect">
            <a:avLst>
              <a:gd name="adj" fmla="val 2313"/>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noProof="0"/>
          </a:p>
        </p:txBody>
      </p:sp>
      <p:sp>
        <p:nvSpPr>
          <p:cNvPr id="11" name="Espace réservé de la date 10"/>
          <p:cNvSpPr>
            <a:spLocks noGrp="1"/>
          </p:cNvSpPr>
          <p:nvPr>
            <p:ph type="dt" sz="half" idx="10"/>
          </p:nvPr>
        </p:nvSpPr>
        <p:spPr bwMode="gray"/>
        <p:txBody>
          <a:bodyPr/>
          <a:lstStyle/>
          <a:p>
            <a:r>
              <a:rPr lang="fr-FR" noProof="0"/>
              <a:t>Date</a:t>
            </a:r>
            <a:endParaRPr lang="en-US" noProof="0"/>
          </a:p>
        </p:txBody>
      </p:sp>
      <p:sp>
        <p:nvSpPr>
          <p:cNvPr id="12" name="Espace réservé du numéro de diapositive 11"/>
          <p:cNvSpPr>
            <a:spLocks noGrp="1"/>
          </p:cNvSpPr>
          <p:nvPr>
            <p:ph type="sldNum" sz="quarter" idx="11"/>
          </p:nvPr>
        </p:nvSpPr>
        <p:spPr bwMode="gray"/>
        <p:txBody>
          <a:bodyPr/>
          <a:lstStyle/>
          <a:p>
            <a:fld id="{733122C9-A0B9-462F-8757-0847AD287B63}" type="slidenum">
              <a:rPr lang="en-US" noProof="0" smtClean="0"/>
              <a:pPr/>
              <a:t>‹#›</a:t>
            </a:fld>
            <a:endParaRPr lang="en-US" noProof="0"/>
          </a:p>
        </p:txBody>
      </p:sp>
      <p:sp>
        <p:nvSpPr>
          <p:cNvPr id="13" name="Espace réservé du pied de page 12"/>
          <p:cNvSpPr>
            <a:spLocks noGrp="1"/>
          </p:cNvSpPr>
          <p:nvPr>
            <p:ph type="ftr" sz="quarter" idx="12"/>
          </p:nvPr>
        </p:nvSpPr>
        <p:spPr bwMode="gray"/>
        <p:txBody>
          <a:bodyPr/>
          <a:lstStyle/>
          <a:p>
            <a:r>
              <a:rPr lang="en-US" noProof="0"/>
              <a:t>Presentation title</a:t>
            </a:r>
          </a:p>
        </p:txBody>
      </p:sp>
      <p:sp>
        <p:nvSpPr>
          <p:cNvPr id="4" name="Titre 3"/>
          <p:cNvSpPr>
            <a:spLocks noGrp="1"/>
          </p:cNvSpPr>
          <p:nvPr>
            <p:ph type="title" hasCustomPrompt="1"/>
          </p:nvPr>
        </p:nvSpPr>
        <p:spPr bwMode="gray">
          <a:xfrm>
            <a:off x="2167980" y="3099312"/>
            <a:ext cx="1104123" cy="1056000"/>
          </a:xfrm>
          <a:solidFill>
            <a:schemeClr val="bg1"/>
          </a:solidFill>
        </p:spPr>
        <p:txBody>
          <a:bodyPr anchor="ctr" anchorCtr="0"/>
          <a:lstStyle>
            <a:lvl1pPr algn="ctr">
              <a:defRPr sz="6000"/>
            </a:lvl1pPr>
          </a:lstStyle>
          <a:p>
            <a:r>
              <a:rPr lang="en-US" noProof="0"/>
              <a:t>00</a:t>
            </a:r>
          </a:p>
        </p:txBody>
      </p:sp>
      <p:sp>
        <p:nvSpPr>
          <p:cNvPr id="5" name="Espace réservé du texte 4"/>
          <p:cNvSpPr>
            <a:spLocks noGrp="1"/>
          </p:cNvSpPr>
          <p:nvPr>
            <p:ph type="body" sz="quarter" idx="13" hasCustomPrompt="1"/>
          </p:nvPr>
        </p:nvSpPr>
        <p:spPr bwMode="gray">
          <a:xfrm>
            <a:off x="6096000" y="1911301"/>
            <a:ext cx="4176184" cy="3966683"/>
          </a:xfrm>
        </p:spPr>
        <p:txBody>
          <a:bodyPr/>
          <a:lstStyle>
            <a:lvl1pPr>
              <a:spcAft>
                <a:spcPts val="933"/>
              </a:spcAft>
              <a:defRPr sz="1333" b="1" cap="all" baseline="0">
                <a:solidFill>
                  <a:schemeClr val="accent5"/>
                </a:solidFill>
              </a:defRPr>
            </a:lvl1pPr>
            <a:lvl2pPr marL="0" indent="0">
              <a:buNone/>
              <a:defRPr sz="1333"/>
            </a:lvl2pPr>
            <a:lvl3pPr>
              <a:defRPr sz="1333"/>
            </a:lvl3pPr>
            <a:lvl4pPr>
              <a:defRPr sz="1333"/>
            </a:lvl4pPr>
            <a:lvl5pPr>
              <a:defRPr sz="1333"/>
            </a:lvl5pPr>
          </a:lstStyle>
          <a:p>
            <a:pPr lvl="0"/>
            <a:r>
              <a:rPr lang="en-US" noProof="0"/>
              <a:t>Text level 1</a:t>
            </a:r>
          </a:p>
          <a:p>
            <a:pPr lvl="1"/>
            <a:r>
              <a:rPr lang="en-US" noProof="0"/>
              <a:t>Text level 2</a:t>
            </a:r>
          </a:p>
          <a:p>
            <a:pPr lvl="2"/>
            <a:r>
              <a:rPr lang="en-US" noProof="0"/>
              <a:t>Text level 3</a:t>
            </a:r>
          </a:p>
          <a:p>
            <a:pPr lvl="3"/>
            <a:r>
              <a:rPr lang="en-US" noProof="0"/>
              <a:t>Text level 4</a:t>
            </a:r>
          </a:p>
          <a:p>
            <a:pPr lvl="4"/>
            <a:r>
              <a:rPr lang="en-US" noProof="0"/>
              <a:t>Text level 5</a:t>
            </a:r>
          </a:p>
        </p:txBody>
      </p:sp>
    </p:spTree>
    <p:extLst>
      <p:ext uri="{BB962C8B-B14F-4D97-AF65-F5344CB8AC3E}">
        <p14:creationId xmlns:p14="http://schemas.microsoft.com/office/powerpoint/2010/main" val="173756717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End">
    <p:bg bwMode="gray">
      <p:bgPr>
        <a:solidFill>
          <a:schemeClr val="tx2"/>
        </a:solidFill>
        <a:effectLst/>
      </p:bgPr>
    </p:bg>
    <p:spTree>
      <p:nvGrpSpPr>
        <p:cNvPr id="1" name=""/>
        <p:cNvGrpSpPr/>
        <p:nvPr/>
      </p:nvGrpSpPr>
      <p:grpSpPr>
        <a:xfrm>
          <a:off x="0" y="0"/>
          <a:ext cx="0" cy="0"/>
          <a:chOff x="0" y="0"/>
          <a:chExt cx="0" cy="0"/>
        </a:xfrm>
      </p:grpSpPr>
      <p:sp>
        <p:nvSpPr>
          <p:cNvPr id="4" name="Espace réservé de la date 3"/>
          <p:cNvSpPr>
            <a:spLocks noGrp="1"/>
          </p:cNvSpPr>
          <p:nvPr>
            <p:ph type="dt" sz="half" idx="10"/>
          </p:nvPr>
        </p:nvSpPr>
        <p:spPr bwMode="gray"/>
        <p:txBody>
          <a:bodyPr/>
          <a:lstStyle>
            <a:lvl1pPr>
              <a:defRPr sz="133">
                <a:solidFill>
                  <a:schemeClr val="bg1">
                    <a:alpha val="0"/>
                  </a:schemeClr>
                </a:solidFill>
              </a:defRPr>
            </a:lvl1pPr>
          </a:lstStyle>
          <a:p>
            <a:r>
              <a:rPr lang="fr-FR" noProof="0"/>
              <a:t>Date</a:t>
            </a:r>
            <a:endParaRPr lang="en-US" noProof="0"/>
          </a:p>
        </p:txBody>
      </p:sp>
      <p:sp>
        <p:nvSpPr>
          <p:cNvPr id="5" name="Espace réservé du pied de page 4"/>
          <p:cNvSpPr>
            <a:spLocks noGrp="1"/>
          </p:cNvSpPr>
          <p:nvPr>
            <p:ph type="ftr" sz="quarter" idx="11"/>
          </p:nvPr>
        </p:nvSpPr>
        <p:spPr bwMode="gray">
          <a:xfrm>
            <a:off x="1" y="6405033"/>
            <a:ext cx="478367" cy="452967"/>
          </a:xfrm>
        </p:spPr>
        <p:txBody>
          <a:bodyPr/>
          <a:lstStyle>
            <a:lvl1pPr>
              <a:defRPr sz="133">
                <a:solidFill>
                  <a:schemeClr val="bg1">
                    <a:alpha val="0"/>
                  </a:schemeClr>
                </a:solidFill>
              </a:defRPr>
            </a:lvl1pPr>
          </a:lstStyle>
          <a:p>
            <a:r>
              <a:rPr lang="en-US" noProof="0"/>
              <a:t>Presentation title</a:t>
            </a:r>
          </a:p>
        </p:txBody>
      </p:sp>
      <p:sp>
        <p:nvSpPr>
          <p:cNvPr id="6" name="Espace réservé du numéro de diapositive 5"/>
          <p:cNvSpPr>
            <a:spLocks noGrp="1"/>
          </p:cNvSpPr>
          <p:nvPr>
            <p:ph type="sldNum" sz="quarter" idx="12"/>
          </p:nvPr>
        </p:nvSpPr>
        <p:spPr bwMode="gray">
          <a:xfrm>
            <a:off x="5414" y="6405033"/>
            <a:ext cx="472953" cy="452967"/>
          </a:xfrm>
        </p:spPr>
        <p:txBody>
          <a:bodyPr/>
          <a:lstStyle>
            <a:lvl1pPr>
              <a:defRPr sz="133">
                <a:solidFill>
                  <a:schemeClr val="bg1">
                    <a:alpha val="0"/>
                  </a:schemeClr>
                </a:solidFill>
              </a:defRPr>
            </a:lvl1pPr>
          </a:lstStyle>
          <a:p>
            <a:fld id="{10C140CD-8AED-46FF-A9A2-77308F3F39AE}" type="slidenum">
              <a:rPr lang="en-US" noProof="0" smtClean="0"/>
              <a:pPr/>
              <a:t>‹#›</a:t>
            </a:fld>
            <a:endParaRPr lang="en-US" noProof="0"/>
          </a:p>
        </p:txBody>
      </p:sp>
      <p:pic>
        <p:nvPicPr>
          <p:cNvPr id="7" name="Imag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bwMode="gray">
          <a:xfrm>
            <a:off x="5183899" y="3223466"/>
            <a:ext cx="1824000" cy="410733"/>
          </a:xfrm>
          <a:prstGeom prst="rect">
            <a:avLst/>
          </a:prstGeom>
        </p:spPr>
      </p:pic>
    </p:spTree>
    <p:extLst>
      <p:ext uri="{BB962C8B-B14F-4D97-AF65-F5344CB8AC3E}">
        <p14:creationId xmlns:p14="http://schemas.microsoft.com/office/powerpoint/2010/main" val="39856967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ags" Target="../tags/tag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1.emf"/><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oleObject" Target="../embeddings/oleObject1.bin"/></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5.xml"/><Relationship Id="rId13" Type="http://schemas.openxmlformats.org/officeDocument/2006/relationships/slideLayout" Target="../slideLayouts/slideLayout40.xml"/><Relationship Id="rId18" Type="http://schemas.openxmlformats.org/officeDocument/2006/relationships/slideLayout" Target="../slideLayouts/slideLayout45.xml"/><Relationship Id="rId26" Type="http://schemas.openxmlformats.org/officeDocument/2006/relationships/slideLayout" Target="../slideLayouts/slideLayout53.xml"/><Relationship Id="rId3" Type="http://schemas.openxmlformats.org/officeDocument/2006/relationships/slideLayout" Target="../slideLayouts/slideLayout30.xml"/><Relationship Id="rId21" Type="http://schemas.openxmlformats.org/officeDocument/2006/relationships/slideLayout" Target="../slideLayouts/slideLayout48.xml"/><Relationship Id="rId7" Type="http://schemas.openxmlformats.org/officeDocument/2006/relationships/slideLayout" Target="../slideLayouts/slideLayout34.xml"/><Relationship Id="rId12" Type="http://schemas.openxmlformats.org/officeDocument/2006/relationships/slideLayout" Target="../slideLayouts/slideLayout39.xml"/><Relationship Id="rId17" Type="http://schemas.openxmlformats.org/officeDocument/2006/relationships/slideLayout" Target="../slideLayouts/slideLayout44.xml"/><Relationship Id="rId25" Type="http://schemas.openxmlformats.org/officeDocument/2006/relationships/slideLayout" Target="../slideLayouts/slideLayout52.xml"/><Relationship Id="rId2" Type="http://schemas.openxmlformats.org/officeDocument/2006/relationships/slideLayout" Target="../slideLayouts/slideLayout29.xml"/><Relationship Id="rId16" Type="http://schemas.openxmlformats.org/officeDocument/2006/relationships/slideLayout" Target="../slideLayouts/slideLayout43.xml"/><Relationship Id="rId20" Type="http://schemas.openxmlformats.org/officeDocument/2006/relationships/slideLayout" Target="../slideLayouts/slideLayout47.xml"/><Relationship Id="rId29" Type="http://schemas.openxmlformats.org/officeDocument/2006/relationships/tags" Target="../tags/tag22.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24" Type="http://schemas.openxmlformats.org/officeDocument/2006/relationships/slideLayout" Target="../slideLayouts/slideLayout51.xml"/><Relationship Id="rId5" Type="http://schemas.openxmlformats.org/officeDocument/2006/relationships/slideLayout" Target="../slideLayouts/slideLayout32.xml"/><Relationship Id="rId15" Type="http://schemas.openxmlformats.org/officeDocument/2006/relationships/slideLayout" Target="../slideLayouts/slideLayout42.xml"/><Relationship Id="rId23" Type="http://schemas.openxmlformats.org/officeDocument/2006/relationships/slideLayout" Target="../slideLayouts/slideLayout50.xml"/><Relationship Id="rId28" Type="http://schemas.openxmlformats.org/officeDocument/2006/relationships/theme" Target="../theme/theme2.xml"/><Relationship Id="rId10" Type="http://schemas.openxmlformats.org/officeDocument/2006/relationships/slideLayout" Target="../slideLayouts/slideLayout37.xml"/><Relationship Id="rId19" Type="http://schemas.openxmlformats.org/officeDocument/2006/relationships/slideLayout" Target="../slideLayouts/slideLayout46.xml"/><Relationship Id="rId4" Type="http://schemas.openxmlformats.org/officeDocument/2006/relationships/slideLayout" Target="../slideLayouts/slideLayout31.xml"/><Relationship Id="rId9" Type="http://schemas.openxmlformats.org/officeDocument/2006/relationships/slideLayout" Target="../slideLayouts/slideLayout36.xml"/><Relationship Id="rId14" Type="http://schemas.openxmlformats.org/officeDocument/2006/relationships/slideLayout" Target="../slideLayouts/slideLayout41.xml"/><Relationship Id="rId22" Type="http://schemas.openxmlformats.org/officeDocument/2006/relationships/slideLayout" Target="../slideLayouts/slideLayout49.xml"/><Relationship Id="rId27" Type="http://schemas.openxmlformats.org/officeDocument/2006/relationships/slideLayout" Target="../slideLayouts/slideLayout54.xml"/><Relationship Id="rId30" Type="http://schemas.openxmlformats.org/officeDocument/2006/relationships/image" Target="../media/image1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29"/>
            </p:custDataLst>
            <p:extLst>
              <p:ext uri="{D42A27DB-BD31-4B8C-83A1-F6EECF244321}">
                <p14:modId xmlns:p14="http://schemas.microsoft.com/office/powerpoint/2010/main" val="197578679"/>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0" imgW="270" imgH="270" progId="TCLayout.ActiveDocument.1">
                  <p:embed/>
                </p:oleObj>
              </mc:Choice>
              <mc:Fallback>
                <p:oleObj name="think-cell Slide" r:id="rId30" imgW="270" imgH="270" progId="TCLayout.ActiveDocument.1">
                  <p:embed/>
                  <p:pic>
                    <p:nvPicPr>
                      <p:cNvPr id="21" name="Object 20" hidden="1"/>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388188"/>
            <a:ext cx="10947772" cy="716711"/>
          </a:xfrm>
          <a:prstGeom prst="rect">
            <a:avLst/>
          </a:prstGeom>
        </p:spPr>
        <p:txBody>
          <a:bodyPr vert="horz" lIns="0" tIns="0" rIns="0" bIns="0" rtlCol="0" anchor="b">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3" name="Group 2">
            <a:extLst>
              <a:ext uri="{FF2B5EF4-FFF2-40B4-BE49-F238E27FC236}">
                <a16:creationId xmlns:a16="http://schemas.microsoft.com/office/drawing/2014/main" id="{7D254FA0-1CD0-4186-9223-F354145FAE6C}"/>
              </a:ext>
            </a:extLst>
          </p:cNvPr>
          <p:cNvGrpSpPr/>
          <p:nvPr userDrawn="1"/>
        </p:nvGrpSpPr>
        <p:grpSpPr>
          <a:xfrm>
            <a:off x="12295891" y="1659"/>
            <a:ext cx="360000" cy="2069166"/>
            <a:chOff x="12498114" y="115959"/>
            <a:chExt cx="360000" cy="2069166"/>
          </a:xfrm>
        </p:grpSpPr>
        <p:sp>
          <p:nvSpPr>
            <p:cNvPr id="11" name="Rectangle 10">
              <a:extLst>
                <a:ext uri="{FF2B5EF4-FFF2-40B4-BE49-F238E27FC236}">
                  <a16:creationId xmlns:a16="http://schemas.microsoft.com/office/drawing/2014/main" id="{EF1244FD-1856-4971-9A73-AD6DF3F42A90}"/>
                </a:ext>
              </a:extLst>
            </p:cNvPr>
            <p:cNvSpPr/>
            <p:nvPr/>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1</a:t>
              </a:r>
            </a:p>
            <a:p>
              <a:pPr algn="ctr">
                <a:lnSpc>
                  <a:spcPct val="90000"/>
                </a:lnSpc>
                <a:spcAft>
                  <a:spcPts val="0"/>
                </a:spcAft>
              </a:pPr>
              <a:r>
                <a:rPr lang="en-GB" sz="700">
                  <a:latin typeface="Ubuntu" panose="020B0504030602030204" pitchFamily="34" charset="0"/>
                </a:rPr>
                <a:t>112</a:t>
              </a:r>
            </a:p>
            <a:p>
              <a:pPr algn="ctr">
                <a:lnSpc>
                  <a:spcPct val="90000"/>
                </a:lnSpc>
                <a:spcAft>
                  <a:spcPts val="0"/>
                </a:spcAft>
              </a:pPr>
              <a:r>
                <a:rPr lang="en-GB" sz="700">
                  <a:latin typeface="Ubuntu" panose="020B0504030602030204" pitchFamily="34" charset="0"/>
                </a:rPr>
                <a:t>173</a:t>
              </a:r>
            </a:p>
          </p:txBody>
        </p:sp>
        <p:sp>
          <p:nvSpPr>
            <p:cNvPr id="12" name="Rectangle 11">
              <a:extLst>
                <a:ext uri="{FF2B5EF4-FFF2-40B4-BE49-F238E27FC236}">
                  <a16:creationId xmlns:a16="http://schemas.microsoft.com/office/drawing/2014/main" id="{22B40C78-6F20-4C95-AB26-B29FEC0FF747}"/>
                </a:ext>
              </a:extLst>
            </p:cNvPr>
            <p:cNvSpPr/>
            <p:nvPr/>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18</a:t>
              </a:r>
            </a:p>
            <a:p>
              <a:pPr algn="ctr">
                <a:lnSpc>
                  <a:spcPct val="90000"/>
                </a:lnSpc>
                <a:spcAft>
                  <a:spcPts val="0"/>
                </a:spcAft>
              </a:pPr>
              <a:r>
                <a:rPr lang="en-GB" sz="700">
                  <a:solidFill>
                    <a:schemeClr val="tx1"/>
                  </a:solidFill>
                  <a:latin typeface="Ubuntu" panose="020B0504030602030204" pitchFamily="34" charset="0"/>
                </a:rPr>
                <a:t>171</a:t>
              </a:r>
            </a:p>
            <a:p>
              <a:pPr algn="ctr">
                <a:lnSpc>
                  <a:spcPct val="90000"/>
                </a:lnSpc>
                <a:spcAft>
                  <a:spcPts val="0"/>
                </a:spcAft>
              </a:pPr>
              <a:r>
                <a:rPr lang="en-GB" sz="700">
                  <a:solidFill>
                    <a:schemeClr val="tx1"/>
                  </a:solidFill>
                  <a:latin typeface="Ubuntu" panose="020B0504030602030204" pitchFamily="34" charset="0"/>
                </a:rPr>
                <a:t>219</a:t>
              </a:r>
            </a:p>
          </p:txBody>
        </p:sp>
        <p:sp>
          <p:nvSpPr>
            <p:cNvPr id="13" name="Rectangle 12">
              <a:extLst>
                <a:ext uri="{FF2B5EF4-FFF2-40B4-BE49-F238E27FC236}">
                  <a16:creationId xmlns:a16="http://schemas.microsoft.com/office/drawing/2014/main" id="{1AED4E7D-39CE-49AE-9D4C-16EA940CBE5F}"/>
                </a:ext>
              </a:extLst>
            </p:cNvPr>
            <p:cNvSpPr/>
            <p:nvPr/>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43</a:t>
              </a:r>
            </a:p>
            <a:p>
              <a:pPr algn="ctr">
                <a:lnSpc>
                  <a:spcPct val="90000"/>
                </a:lnSpc>
                <a:spcAft>
                  <a:spcPts val="0"/>
                </a:spcAft>
              </a:pPr>
              <a:r>
                <a:rPr lang="en-GB" sz="700">
                  <a:latin typeface="Ubuntu" panose="020B0504030602030204" pitchFamily="34" charset="0"/>
                </a:rPr>
                <a:t>10</a:t>
              </a:r>
            </a:p>
            <a:p>
              <a:pPr algn="ctr">
                <a:lnSpc>
                  <a:spcPct val="90000"/>
                </a:lnSpc>
                <a:spcAft>
                  <a:spcPts val="0"/>
                </a:spcAft>
              </a:pPr>
              <a:r>
                <a:rPr lang="en-GB" sz="700">
                  <a:latin typeface="Ubuntu" panose="020B0504030602030204" pitchFamily="34" charset="0"/>
                </a:rPr>
                <a:t>61</a:t>
              </a:r>
            </a:p>
          </p:txBody>
        </p:sp>
        <p:sp>
          <p:nvSpPr>
            <p:cNvPr id="14" name="Rectangle 13">
              <a:extLst>
                <a:ext uri="{FF2B5EF4-FFF2-40B4-BE49-F238E27FC236}">
                  <a16:creationId xmlns:a16="http://schemas.microsoft.com/office/drawing/2014/main" id="{392DC803-B0F7-4D0E-81CA-9DDCB14FA42C}"/>
                </a:ext>
              </a:extLst>
            </p:cNvPr>
            <p:cNvSpPr/>
            <p:nvPr/>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39</a:t>
              </a:r>
            </a:p>
            <a:p>
              <a:pPr algn="ctr">
                <a:lnSpc>
                  <a:spcPct val="90000"/>
                </a:lnSpc>
                <a:spcAft>
                  <a:spcPts val="0"/>
                </a:spcAft>
              </a:pPr>
              <a:r>
                <a:rPr lang="en-GB" sz="700">
                  <a:latin typeface="Ubuntu" panose="020B0504030602030204" pitchFamily="34" charset="0"/>
                </a:rPr>
                <a:t>41</a:t>
              </a:r>
            </a:p>
            <a:p>
              <a:pPr algn="ctr">
                <a:lnSpc>
                  <a:spcPct val="90000"/>
                </a:lnSpc>
                <a:spcAft>
                  <a:spcPts val="0"/>
                </a:spcAft>
              </a:pPr>
              <a:r>
                <a:rPr lang="en-GB" sz="700">
                  <a:latin typeface="Ubuntu" panose="020B0504030602030204" pitchFamily="34" charset="0"/>
                </a:rPr>
                <a:t>54</a:t>
              </a:r>
            </a:p>
          </p:txBody>
        </p:sp>
        <p:sp>
          <p:nvSpPr>
            <p:cNvPr id="63" name="Rectangle 62">
              <a:extLst>
                <a:ext uri="{FF2B5EF4-FFF2-40B4-BE49-F238E27FC236}">
                  <a16:creationId xmlns:a16="http://schemas.microsoft.com/office/drawing/2014/main" id="{B60470E2-9B98-4C49-AC1B-A56CD2EB54B9}"/>
                </a:ext>
              </a:extLst>
            </p:cNvPr>
            <p:cNvSpPr/>
            <p:nvPr/>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p:txBody>
        </p:sp>
      </p:grpSp>
      <p:grpSp>
        <p:nvGrpSpPr>
          <p:cNvPr id="4096" name="Groupe 4095">
            <a:extLst>
              <a:ext uri="{FF2B5EF4-FFF2-40B4-BE49-F238E27FC236}">
                <a16:creationId xmlns:a16="http://schemas.microsoft.com/office/drawing/2014/main" id="{4ADC82C4-641D-4930-B946-DC8978F5F98C}"/>
              </a:ext>
            </a:extLst>
          </p:cNvPr>
          <p:cNvGrpSpPr/>
          <p:nvPr/>
        </p:nvGrpSpPr>
        <p:grpSpPr>
          <a:xfrm>
            <a:off x="12295891" y="4289244"/>
            <a:ext cx="1462993" cy="2058800"/>
            <a:chOff x="12432704" y="1992581"/>
            <a:chExt cx="1462993" cy="2058800"/>
          </a:xfrm>
        </p:grpSpPr>
        <p:sp>
          <p:nvSpPr>
            <p:cNvPr id="41" name="Forme libre : forme 40">
              <a:extLst>
                <a:ext uri="{FF2B5EF4-FFF2-40B4-BE49-F238E27FC236}">
                  <a16:creationId xmlns:a16="http://schemas.microsoft.com/office/drawing/2014/main" id="{EC826880-5A3C-4E1C-81B2-A1CB9E331DC3}"/>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142</a:t>
              </a:r>
            </a:p>
            <a:p>
              <a:pPr algn="ctr">
                <a:lnSpc>
                  <a:spcPct val="90000"/>
                </a:lnSpc>
                <a:spcAft>
                  <a:spcPts val="0"/>
                </a:spcAft>
              </a:pPr>
              <a:r>
                <a:rPr lang="en-US" sz="700">
                  <a:latin typeface="Ubuntu" panose="020B0504030602030204" pitchFamily="34" charset="0"/>
                </a:rPr>
                <a:t>18</a:t>
              </a:r>
            </a:p>
          </p:txBody>
        </p:sp>
        <p:sp>
          <p:nvSpPr>
            <p:cNvPr id="42" name="Forme libre : forme 41">
              <a:extLst>
                <a:ext uri="{FF2B5EF4-FFF2-40B4-BE49-F238E27FC236}">
                  <a16:creationId xmlns:a16="http://schemas.microsoft.com/office/drawing/2014/main" id="{44796AC3-FBF9-498C-9326-20ACFCF63EE6}"/>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156</a:t>
              </a:r>
            </a:p>
            <a:p>
              <a:pPr algn="ctr">
                <a:lnSpc>
                  <a:spcPct val="90000"/>
                </a:lnSpc>
                <a:spcAft>
                  <a:spcPts val="0"/>
                </a:spcAft>
              </a:pPr>
              <a:r>
                <a:rPr lang="en-US" sz="700">
                  <a:latin typeface="Ubuntu" panose="020B0504030602030204" pitchFamily="34" charset="0"/>
                </a:rPr>
                <a:t>41</a:t>
              </a:r>
            </a:p>
          </p:txBody>
        </p:sp>
        <p:sp>
          <p:nvSpPr>
            <p:cNvPr id="43" name="Forme libre : forme 42">
              <a:extLst>
                <a:ext uri="{FF2B5EF4-FFF2-40B4-BE49-F238E27FC236}">
                  <a16:creationId xmlns:a16="http://schemas.microsoft.com/office/drawing/2014/main" id="{2D1DB5D7-2017-4A8F-80D6-C8641C9CE84C}"/>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178</a:t>
              </a:r>
            </a:p>
            <a:p>
              <a:pPr algn="ctr">
                <a:lnSpc>
                  <a:spcPct val="90000"/>
                </a:lnSpc>
                <a:spcAft>
                  <a:spcPts val="0"/>
                </a:spcAft>
              </a:pPr>
              <a:r>
                <a:rPr lang="en-US" sz="700">
                  <a:latin typeface="Ubuntu" panose="020B0504030602030204" pitchFamily="34" charset="0"/>
                </a:rPr>
                <a:t>74</a:t>
              </a:r>
            </a:p>
          </p:txBody>
        </p:sp>
        <p:sp>
          <p:nvSpPr>
            <p:cNvPr id="44" name="Forme libre : forme 43">
              <a:extLst>
                <a:ext uri="{FF2B5EF4-FFF2-40B4-BE49-F238E27FC236}">
                  <a16:creationId xmlns:a16="http://schemas.microsoft.com/office/drawing/2014/main" id="{92191BDF-6BAB-45F9-9FA1-89C34179FD61}"/>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208</a:t>
              </a:r>
            </a:p>
            <a:p>
              <a:pPr algn="ctr">
                <a:lnSpc>
                  <a:spcPct val="90000"/>
                </a:lnSpc>
                <a:spcAft>
                  <a:spcPts val="0"/>
                </a:spcAft>
              </a:pPr>
              <a:r>
                <a:rPr lang="en-US" sz="700">
                  <a:latin typeface="Ubuntu" panose="020B0504030602030204" pitchFamily="34" charset="0"/>
                </a:rPr>
                <a:t>104</a:t>
              </a:r>
            </a:p>
          </p:txBody>
        </p:sp>
        <p:sp>
          <p:nvSpPr>
            <p:cNvPr id="45" name="Forme libre : forme 44">
              <a:extLst>
                <a:ext uri="{FF2B5EF4-FFF2-40B4-BE49-F238E27FC236}">
                  <a16:creationId xmlns:a16="http://schemas.microsoft.com/office/drawing/2014/main" id="{EF971F25-4035-43BA-BC8C-22E9B837A713}"/>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218</a:t>
              </a:r>
            </a:p>
            <a:p>
              <a:pPr algn="ctr">
                <a:lnSpc>
                  <a:spcPct val="90000"/>
                </a:lnSpc>
                <a:spcAft>
                  <a:spcPts val="0"/>
                </a:spcAft>
              </a:pPr>
              <a:r>
                <a:rPr lang="en-US" sz="700">
                  <a:latin typeface="Ubuntu" panose="020B0504030602030204" pitchFamily="34" charset="0"/>
                </a:rPr>
                <a:t>128</a:t>
              </a:r>
            </a:p>
          </p:txBody>
        </p:sp>
        <p:sp>
          <p:nvSpPr>
            <p:cNvPr id="46" name="Forme libre : forme 45">
              <a:extLst>
                <a:ext uri="{FF2B5EF4-FFF2-40B4-BE49-F238E27FC236}">
                  <a16:creationId xmlns:a16="http://schemas.microsoft.com/office/drawing/2014/main" id="{F5691FCB-A410-4C6B-963D-15CCFA8EB678}"/>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66</a:t>
              </a:r>
            </a:p>
            <a:p>
              <a:pPr algn="ctr">
                <a:lnSpc>
                  <a:spcPct val="90000"/>
                </a:lnSpc>
                <a:spcAft>
                  <a:spcPts val="0"/>
                </a:spcAft>
              </a:pPr>
              <a:r>
                <a:rPr lang="en-US" sz="700">
                  <a:solidFill>
                    <a:schemeClr val="bg1"/>
                  </a:solidFill>
                  <a:latin typeface="Ubuntu" panose="020B0504030602030204" pitchFamily="34" charset="0"/>
                </a:rPr>
                <a:t>20</a:t>
              </a:r>
            </a:p>
            <a:p>
              <a:pPr algn="ctr">
                <a:lnSpc>
                  <a:spcPct val="90000"/>
                </a:lnSpc>
                <a:spcAft>
                  <a:spcPts val="0"/>
                </a:spcAft>
              </a:pPr>
              <a:r>
                <a:rPr lang="en-US" sz="700">
                  <a:solidFill>
                    <a:schemeClr val="bg1"/>
                  </a:solidFill>
                  <a:latin typeface="Ubuntu" panose="020B0504030602030204" pitchFamily="34" charset="0"/>
                </a:rPr>
                <a:t>46</a:t>
              </a:r>
            </a:p>
          </p:txBody>
        </p:sp>
        <p:sp>
          <p:nvSpPr>
            <p:cNvPr id="47" name="Forme libre : forme 46">
              <a:extLst>
                <a:ext uri="{FF2B5EF4-FFF2-40B4-BE49-F238E27FC236}">
                  <a16:creationId xmlns:a16="http://schemas.microsoft.com/office/drawing/2014/main" id="{D0F79893-1FFE-4F7F-B020-867CE988C67E}"/>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89</a:t>
              </a:r>
            </a:p>
            <a:p>
              <a:pPr algn="ctr">
                <a:lnSpc>
                  <a:spcPct val="90000"/>
                </a:lnSpc>
                <a:spcAft>
                  <a:spcPts val="0"/>
                </a:spcAft>
              </a:pPr>
              <a:r>
                <a:rPr lang="en-US" sz="700">
                  <a:solidFill>
                    <a:schemeClr val="bg1"/>
                  </a:solidFill>
                  <a:latin typeface="Ubuntu" panose="020B0504030602030204" pitchFamily="34" charset="0"/>
                </a:rPr>
                <a:t>10</a:t>
              </a:r>
            </a:p>
            <a:p>
              <a:pPr algn="ctr">
                <a:lnSpc>
                  <a:spcPct val="90000"/>
                </a:lnSpc>
                <a:spcAft>
                  <a:spcPts val="0"/>
                </a:spcAft>
              </a:pPr>
              <a:r>
                <a:rPr lang="en-US" sz="700">
                  <a:solidFill>
                    <a:schemeClr val="bg1"/>
                  </a:solidFill>
                  <a:latin typeface="Ubuntu" panose="020B0504030602030204" pitchFamily="34" charset="0"/>
                </a:rPr>
                <a:t>66</a:t>
              </a:r>
            </a:p>
          </p:txBody>
        </p:sp>
        <p:sp>
          <p:nvSpPr>
            <p:cNvPr id="48" name="Forme libre : forme 47">
              <a:extLst>
                <a:ext uri="{FF2B5EF4-FFF2-40B4-BE49-F238E27FC236}">
                  <a16:creationId xmlns:a16="http://schemas.microsoft.com/office/drawing/2014/main" id="{4BC28B06-4332-436B-9E8F-27299D73CB0F}"/>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117</a:t>
              </a:r>
            </a:p>
            <a:p>
              <a:pPr algn="ctr">
                <a:lnSpc>
                  <a:spcPct val="90000"/>
                </a:lnSpc>
                <a:spcAft>
                  <a:spcPts val="0"/>
                </a:spcAft>
              </a:pPr>
              <a:r>
                <a:rPr lang="en-US" sz="700">
                  <a:solidFill>
                    <a:schemeClr val="bg1"/>
                  </a:solidFill>
                  <a:latin typeface="Ubuntu" panose="020B0504030602030204" pitchFamily="34" charset="0"/>
                </a:rPr>
                <a:t>13</a:t>
              </a:r>
            </a:p>
            <a:p>
              <a:pPr algn="ctr">
                <a:lnSpc>
                  <a:spcPct val="90000"/>
                </a:lnSpc>
                <a:spcAft>
                  <a:spcPts val="0"/>
                </a:spcAft>
              </a:pPr>
              <a:r>
                <a:rPr lang="en-US" sz="700">
                  <a:solidFill>
                    <a:schemeClr val="bg1"/>
                  </a:solidFill>
                  <a:latin typeface="Ubuntu" panose="020B0504030602030204" pitchFamily="34" charset="0"/>
                </a:rPr>
                <a:t>92</a:t>
              </a:r>
            </a:p>
          </p:txBody>
        </p:sp>
        <p:sp>
          <p:nvSpPr>
            <p:cNvPr id="49" name="Forme libre : forme 48">
              <a:extLst>
                <a:ext uri="{FF2B5EF4-FFF2-40B4-BE49-F238E27FC236}">
                  <a16:creationId xmlns:a16="http://schemas.microsoft.com/office/drawing/2014/main" id="{90419B70-8C46-4DE8-9DD4-F2A6106ED6F5}"/>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128</a:t>
              </a:r>
            </a:p>
            <a:p>
              <a:pPr algn="ctr">
                <a:lnSpc>
                  <a:spcPct val="90000"/>
                </a:lnSpc>
                <a:spcAft>
                  <a:spcPts val="0"/>
                </a:spcAft>
              </a:pPr>
              <a:r>
                <a:rPr lang="en-US" sz="700">
                  <a:solidFill>
                    <a:schemeClr val="bg1"/>
                  </a:solidFill>
                  <a:latin typeface="Ubuntu" panose="020B0504030602030204" pitchFamily="34" charset="0"/>
                </a:rPr>
                <a:t>43</a:t>
              </a:r>
            </a:p>
            <a:p>
              <a:pPr algn="ctr">
                <a:lnSpc>
                  <a:spcPct val="90000"/>
                </a:lnSpc>
                <a:spcAft>
                  <a:spcPts val="0"/>
                </a:spcAft>
              </a:pPr>
              <a:r>
                <a:rPr lang="en-US" sz="700">
                  <a:solidFill>
                    <a:schemeClr val="bg1"/>
                  </a:solidFill>
                  <a:latin typeface="Ubuntu" panose="020B0504030602030204" pitchFamily="34" charset="0"/>
                </a:rPr>
                <a:t>115</a:t>
              </a:r>
            </a:p>
          </p:txBody>
        </p:sp>
        <p:sp>
          <p:nvSpPr>
            <p:cNvPr id="50" name="Forme libre : forme 49">
              <a:extLst>
                <a:ext uri="{FF2B5EF4-FFF2-40B4-BE49-F238E27FC236}">
                  <a16:creationId xmlns:a16="http://schemas.microsoft.com/office/drawing/2014/main" id="{0A0CFFBA-E8FE-434D-9D74-BB9F352B4723}"/>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158</a:t>
              </a:r>
            </a:p>
            <a:p>
              <a:pPr algn="ctr">
                <a:lnSpc>
                  <a:spcPct val="90000"/>
                </a:lnSpc>
                <a:spcAft>
                  <a:spcPts val="0"/>
                </a:spcAft>
              </a:pPr>
              <a:r>
                <a:rPr lang="en-US" sz="700">
                  <a:solidFill>
                    <a:schemeClr val="bg1"/>
                  </a:solidFill>
                  <a:latin typeface="Ubuntu" panose="020B0504030602030204" pitchFamily="34" charset="0"/>
                </a:rPr>
                <a:t>71</a:t>
              </a:r>
            </a:p>
            <a:p>
              <a:pPr algn="ctr">
                <a:lnSpc>
                  <a:spcPct val="90000"/>
                </a:lnSpc>
                <a:spcAft>
                  <a:spcPts val="0"/>
                </a:spcAft>
              </a:pPr>
              <a:r>
                <a:rPr lang="en-US" sz="700">
                  <a:solidFill>
                    <a:schemeClr val="bg1"/>
                  </a:solidFill>
                  <a:latin typeface="Ubuntu" panose="020B0504030602030204" pitchFamily="34" charset="0"/>
                </a:rPr>
                <a:t>128</a:t>
              </a:r>
            </a:p>
          </p:txBody>
        </p:sp>
        <p:sp>
          <p:nvSpPr>
            <p:cNvPr id="51" name="Forme libre : forme 50">
              <a:extLst>
                <a:ext uri="{FF2B5EF4-FFF2-40B4-BE49-F238E27FC236}">
                  <a16:creationId xmlns:a16="http://schemas.microsoft.com/office/drawing/2014/main" id="{D041A42A-2FF1-4516-85CE-87051937629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166</a:t>
              </a:r>
            </a:p>
            <a:p>
              <a:pPr algn="ctr">
                <a:lnSpc>
                  <a:spcPct val="90000"/>
                </a:lnSpc>
                <a:spcAft>
                  <a:spcPts val="0"/>
                </a:spcAft>
              </a:pPr>
              <a:r>
                <a:rPr lang="en-US" sz="700">
                  <a:solidFill>
                    <a:schemeClr val="bg1"/>
                  </a:solidFill>
                  <a:latin typeface="Ubuntu" panose="020B0504030602030204" pitchFamily="34" charset="0"/>
                </a:rPr>
                <a:t>0</a:t>
              </a:r>
            </a:p>
            <a:p>
              <a:pPr algn="ctr">
                <a:lnSpc>
                  <a:spcPct val="90000"/>
                </a:lnSpc>
                <a:spcAft>
                  <a:spcPts val="0"/>
                </a:spcAft>
              </a:pPr>
              <a:r>
                <a:rPr lang="en-US" sz="700">
                  <a:solidFill>
                    <a:schemeClr val="bg1"/>
                  </a:solidFill>
                  <a:latin typeface="Ubuntu" panose="020B0504030602030204" pitchFamily="34" charset="0"/>
                </a:rPr>
                <a:t>26</a:t>
              </a:r>
            </a:p>
          </p:txBody>
        </p:sp>
        <p:sp>
          <p:nvSpPr>
            <p:cNvPr id="52" name="Forme libre : forme 51">
              <a:extLst>
                <a:ext uri="{FF2B5EF4-FFF2-40B4-BE49-F238E27FC236}">
                  <a16:creationId xmlns:a16="http://schemas.microsoft.com/office/drawing/2014/main" id="{02084D3E-01E3-4506-9076-881D8345526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227</a:t>
              </a:r>
            </a:p>
            <a:p>
              <a:pPr algn="ctr">
                <a:lnSpc>
                  <a:spcPct val="90000"/>
                </a:lnSpc>
                <a:spcAft>
                  <a:spcPts val="0"/>
                </a:spcAft>
              </a:pPr>
              <a:r>
                <a:rPr lang="en-US" sz="700">
                  <a:solidFill>
                    <a:schemeClr val="bg1"/>
                  </a:solidFill>
                  <a:latin typeface="Ubuntu" panose="020B0504030602030204" pitchFamily="34" charset="0"/>
                </a:rPr>
                <a:t>03</a:t>
              </a:r>
            </a:p>
            <a:p>
              <a:pPr algn="ctr">
                <a:lnSpc>
                  <a:spcPct val="90000"/>
                </a:lnSpc>
                <a:spcAft>
                  <a:spcPts val="0"/>
                </a:spcAft>
              </a:pPr>
              <a:r>
                <a:rPr lang="en-US" sz="700">
                  <a:solidFill>
                    <a:schemeClr val="bg1"/>
                  </a:solidFill>
                  <a:latin typeface="Ubuntu" panose="020B0504030602030204" pitchFamily="34" charset="0"/>
                </a:rPr>
                <a:t>33</a:t>
              </a:r>
            </a:p>
          </p:txBody>
        </p:sp>
        <p:sp>
          <p:nvSpPr>
            <p:cNvPr id="53" name="Forme libre : forme 52">
              <a:extLst>
                <a:ext uri="{FF2B5EF4-FFF2-40B4-BE49-F238E27FC236}">
                  <a16:creationId xmlns:a16="http://schemas.microsoft.com/office/drawing/2014/main" id="{96939CDC-56D5-42B9-843A-231E1C541E5D}"/>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48</a:t>
              </a:r>
            </a:p>
            <a:p>
              <a:pPr algn="ctr">
                <a:lnSpc>
                  <a:spcPct val="90000"/>
                </a:lnSpc>
                <a:spcAft>
                  <a:spcPts val="0"/>
                </a:spcAft>
              </a:pPr>
              <a:r>
                <a:rPr lang="en-US" sz="700">
                  <a:latin typeface="Ubuntu" panose="020B0504030602030204" pitchFamily="34" charset="0"/>
                </a:rPr>
                <a:t>77</a:t>
              </a:r>
            </a:p>
          </p:txBody>
        </p:sp>
        <p:sp>
          <p:nvSpPr>
            <p:cNvPr id="54" name="Forme libre : forme 53">
              <a:extLst>
                <a:ext uri="{FF2B5EF4-FFF2-40B4-BE49-F238E27FC236}">
                  <a16:creationId xmlns:a16="http://schemas.microsoft.com/office/drawing/2014/main" id="{66B49780-B844-4D04-8283-E12AAC6933AF}"/>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69</a:t>
              </a:r>
            </a:p>
            <a:p>
              <a:pPr algn="ctr">
                <a:lnSpc>
                  <a:spcPct val="90000"/>
                </a:lnSpc>
                <a:spcAft>
                  <a:spcPts val="0"/>
                </a:spcAft>
              </a:pPr>
              <a:r>
                <a:rPr lang="en-US" sz="700">
                  <a:latin typeface="Ubuntu" panose="020B0504030602030204" pitchFamily="34" charset="0"/>
                </a:rPr>
                <a:t>94</a:t>
              </a:r>
            </a:p>
          </p:txBody>
        </p:sp>
        <p:sp>
          <p:nvSpPr>
            <p:cNvPr id="55" name="Forme libre : forme 54">
              <a:extLst>
                <a:ext uri="{FF2B5EF4-FFF2-40B4-BE49-F238E27FC236}">
                  <a16:creationId xmlns:a16="http://schemas.microsoft.com/office/drawing/2014/main" id="{FF82BEF1-5FD1-4558-9313-1606ABF3D69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112</a:t>
              </a:r>
            </a:p>
          </p:txBody>
        </p:sp>
        <p:sp>
          <p:nvSpPr>
            <p:cNvPr id="56" name="Forme libre : forme 55">
              <a:extLst>
                <a:ext uri="{FF2B5EF4-FFF2-40B4-BE49-F238E27FC236}">
                  <a16:creationId xmlns:a16="http://schemas.microsoft.com/office/drawing/2014/main" id="{86AAEC8D-AC95-4215-80AB-61B5B47B8691}"/>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129</a:t>
              </a:r>
            </a:p>
            <a:p>
              <a:pPr algn="ctr">
                <a:lnSpc>
                  <a:spcPct val="90000"/>
                </a:lnSpc>
                <a:spcAft>
                  <a:spcPts val="0"/>
                </a:spcAft>
              </a:pPr>
              <a:r>
                <a:rPr lang="en-US" sz="700">
                  <a:solidFill>
                    <a:schemeClr val="bg1"/>
                  </a:solidFill>
                  <a:latin typeface="Ubuntu" panose="020B0504030602030204" pitchFamily="34" charset="0"/>
                </a:rPr>
                <a:t>27</a:t>
              </a:r>
            </a:p>
            <a:p>
              <a:pPr algn="ctr">
                <a:lnSpc>
                  <a:spcPct val="90000"/>
                </a:lnSpc>
                <a:spcAft>
                  <a:spcPts val="0"/>
                </a:spcAft>
              </a:pPr>
              <a:r>
                <a:rPr lang="en-US" sz="700">
                  <a:solidFill>
                    <a:schemeClr val="bg1"/>
                  </a:solidFill>
                  <a:latin typeface="Ubuntu" panose="020B0504030602030204" pitchFamily="34" charset="0"/>
                </a:rPr>
                <a:t>111</a:t>
              </a:r>
            </a:p>
          </p:txBody>
        </p:sp>
        <p:sp>
          <p:nvSpPr>
            <p:cNvPr id="57" name="Forme libre : forme 56">
              <a:extLst>
                <a:ext uri="{FF2B5EF4-FFF2-40B4-BE49-F238E27FC236}">
                  <a16:creationId xmlns:a16="http://schemas.microsoft.com/office/drawing/2014/main" id="{345AA905-3BBB-4015-9537-2162DD20DA02}"/>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161</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8" name="Forme libre : forme 57">
              <a:extLst>
                <a:ext uri="{FF2B5EF4-FFF2-40B4-BE49-F238E27FC236}">
                  <a16:creationId xmlns:a16="http://schemas.microsoft.com/office/drawing/2014/main" id="{8E50898F-084D-45EC-9EDA-C64E62F50B6F}"/>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186</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9" name="Forme libre : forme 58">
              <a:extLst>
                <a:ext uri="{FF2B5EF4-FFF2-40B4-BE49-F238E27FC236}">
                  <a16:creationId xmlns:a16="http://schemas.microsoft.com/office/drawing/2014/main" id="{850EF37B-321C-4CAE-A8B1-66C0053A83E3}"/>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209</a:t>
              </a:r>
            </a:p>
            <a:p>
              <a:pPr algn="ctr">
                <a:lnSpc>
                  <a:spcPct val="90000"/>
                </a:lnSpc>
                <a:spcAft>
                  <a:spcPts val="0"/>
                </a:spcAft>
              </a:pPr>
              <a:r>
                <a:rPr lang="en-US" sz="700">
                  <a:latin typeface="Ubuntu" panose="020B0504030602030204" pitchFamily="34" charset="0"/>
                </a:rPr>
                <a:t>58</a:t>
              </a:r>
            </a:p>
            <a:p>
              <a:pPr algn="ctr">
                <a:lnSpc>
                  <a:spcPct val="90000"/>
                </a:lnSpc>
                <a:spcAft>
                  <a:spcPts val="0"/>
                </a:spcAft>
              </a:pPr>
              <a:r>
                <a:rPr lang="en-US" sz="700">
                  <a:latin typeface="Ubuntu" panose="020B0504030602030204" pitchFamily="34" charset="0"/>
                </a:rPr>
                <a:t>140</a:t>
              </a:r>
            </a:p>
          </p:txBody>
        </p:sp>
        <p:sp>
          <p:nvSpPr>
            <p:cNvPr id="60" name="Forme libre : forme 59">
              <a:extLst>
                <a:ext uri="{FF2B5EF4-FFF2-40B4-BE49-F238E27FC236}">
                  <a16:creationId xmlns:a16="http://schemas.microsoft.com/office/drawing/2014/main" id="{49EEAAAC-C871-41A3-9B9B-6381B2FD4E28}"/>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229</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173</a:t>
              </a:r>
            </a:p>
          </p:txBody>
        </p:sp>
      </p:grpSp>
      <p:sp>
        <p:nvSpPr>
          <p:cNvPr id="61" name="Rectangle 60">
            <a:extLst>
              <a:ext uri="{FF2B5EF4-FFF2-40B4-BE49-F238E27FC236}">
                <a16:creationId xmlns:a16="http://schemas.microsoft.com/office/drawing/2014/main" id="{9D36E5FD-F409-4495-819A-440FA57D9E19}"/>
              </a:ext>
            </a:extLst>
          </p:cNvPr>
          <p:cNvSpPr/>
          <p:nvPr/>
        </p:nvSpPr>
        <p:spPr>
          <a:xfrm>
            <a:off x="12295891" y="6412526"/>
            <a:ext cx="2545089" cy="615553"/>
          </a:xfrm>
          <a:prstGeom prst="rect">
            <a:avLst/>
          </a:prstGeom>
        </p:spPr>
        <p:txBody>
          <a:bodyPr wrap="square" lIns="0" tIns="0" rIns="0" bIns="0">
            <a:spAutoFit/>
          </a:bodyPr>
          <a:lstStyle/>
          <a:p>
            <a:r>
              <a:rPr lang="en-GB" sz="800">
                <a:latin typeface="Ubuntu" panose="020B0504030602030204" pitchFamily="34" charset="0"/>
              </a:rPr>
              <a:t>Security Classification:</a:t>
            </a:r>
          </a:p>
          <a:p>
            <a:r>
              <a:rPr lang="en-GB" sz="800">
                <a:latin typeface="Ubuntu" panose="020B0504030602030204" pitchFamily="34" charset="0"/>
              </a:rPr>
              <a:t>SEC0: Public</a:t>
            </a:r>
          </a:p>
          <a:p>
            <a:r>
              <a:rPr lang="en-GB" sz="800">
                <a:latin typeface="Ubuntu" panose="020B0504030602030204" pitchFamily="34" charset="0"/>
              </a:rPr>
              <a:t>SEC1: Company Confidential</a:t>
            </a:r>
          </a:p>
          <a:p>
            <a:r>
              <a:rPr lang="en-GB" sz="800">
                <a:latin typeface="Ubuntu" panose="020B0504030602030204" pitchFamily="34" charset="0"/>
              </a:rPr>
              <a:t>SEC2: Company Restricted / Customer restricted</a:t>
            </a:r>
          </a:p>
          <a:p>
            <a:r>
              <a:rPr lang="en-GB" sz="800">
                <a:latin typeface="Ubuntu" panose="020B0504030602030204" pitchFamily="34" charset="0"/>
              </a:rPr>
              <a:t>SEC3: Company Sensitive</a:t>
            </a:r>
          </a:p>
        </p:txBody>
      </p:sp>
      <p:grpSp>
        <p:nvGrpSpPr>
          <p:cNvPr id="4097" name="Groupe 4096">
            <a:extLst>
              <a:ext uri="{FF2B5EF4-FFF2-40B4-BE49-F238E27FC236}">
                <a16:creationId xmlns:a16="http://schemas.microsoft.com/office/drawing/2014/main" id="{14207897-E387-4B97-A694-8751D86BCF12}"/>
              </a:ext>
            </a:extLst>
          </p:cNvPr>
          <p:cNvGrpSpPr/>
          <p:nvPr/>
        </p:nvGrpSpPr>
        <p:grpSpPr>
          <a:xfrm>
            <a:off x="12295891" y="2164677"/>
            <a:ext cx="1465123" cy="2058800"/>
            <a:chOff x="14041053" y="1992581"/>
            <a:chExt cx="1465123" cy="2058800"/>
          </a:xfrm>
        </p:grpSpPr>
        <p:sp>
          <p:nvSpPr>
            <p:cNvPr id="66" name="Forme libre : forme 65">
              <a:extLst>
                <a:ext uri="{FF2B5EF4-FFF2-40B4-BE49-F238E27FC236}">
                  <a16:creationId xmlns:a16="http://schemas.microsoft.com/office/drawing/2014/main" id="{94847038-3CB7-4111-AB03-FA1A594002AA}"/>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67</a:t>
              </a:r>
            </a:p>
            <a:p>
              <a:pPr algn="ctr">
                <a:lnSpc>
                  <a:spcPct val="90000"/>
                </a:lnSpc>
                <a:spcAft>
                  <a:spcPts val="0"/>
                </a:spcAft>
              </a:pPr>
              <a:r>
                <a:rPr lang="en-US" sz="700" b="0">
                  <a:solidFill>
                    <a:schemeClr val="bg1"/>
                  </a:solidFill>
                  <a:latin typeface="Ubuntu" panose="020B0504030602030204" pitchFamily="34" charset="0"/>
                </a:rPr>
                <a:t>74</a:t>
              </a:r>
            </a:p>
          </p:txBody>
        </p:sp>
        <p:sp>
          <p:nvSpPr>
            <p:cNvPr id="67" name="Forme libre : forme 66">
              <a:extLst>
                <a:ext uri="{FF2B5EF4-FFF2-40B4-BE49-F238E27FC236}">
                  <a16:creationId xmlns:a16="http://schemas.microsoft.com/office/drawing/2014/main" id="{1B50522B-BA67-4790-8697-3AC343D4ACB8}"/>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106</a:t>
              </a:r>
            </a:p>
            <a:p>
              <a:pPr algn="ctr">
                <a:lnSpc>
                  <a:spcPct val="90000"/>
                </a:lnSpc>
                <a:spcAft>
                  <a:spcPts val="0"/>
                </a:spcAft>
              </a:pPr>
              <a:r>
                <a:rPr lang="en-US" sz="700" b="0">
                  <a:solidFill>
                    <a:schemeClr val="bg1"/>
                  </a:solidFill>
                  <a:latin typeface="Ubuntu" panose="020B0504030602030204" pitchFamily="34" charset="0"/>
                </a:rPr>
                <a:t>115</a:t>
              </a:r>
            </a:p>
          </p:txBody>
        </p:sp>
        <p:sp>
          <p:nvSpPr>
            <p:cNvPr id="68" name="Forme libre : forme 67">
              <a:extLst>
                <a:ext uri="{FF2B5EF4-FFF2-40B4-BE49-F238E27FC236}">
                  <a16:creationId xmlns:a16="http://schemas.microsoft.com/office/drawing/2014/main" id="{B90AA6F9-B8A6-4490-A465-CBEFAEA6DFCA}"/>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135</a:t>
              </a:r>
            </a:p>
            <a:p>
              <a:pPr algn="ctr">
                <a:lnSpc>
                  <a:spcPct val="90000"/>
                </a:lnSpc>
                <a:spcAft>
                  <a:spcPts val="0"/>
                </a:spcAft>
              </a:pPr>
              <a:r>
                <a:rPr lang="en-US" sz="700" b="0">
                  <a:solidFill>
                    <a:schemeClr val="bg1"/>
                  </a:solidFill>
                  <a:latin typeface="Ubuntu" panose="020B0504030602030204" pitchFamily="34" charset="0"/>
                </a:rPr>
                <a:t>138</a:t>
              </a:r>
            </a:p>
          </p:txBody>
        </p:sp>
        <p:sp>
          <p:nvSpPr>
            <p:cNvPr id="69" name="Forme libre : forme 68">
              <a:extLst>
                <a:ext uri="{FF2B5EF4-FFF2-40B4-BE49-F238E27FC236}">
                  <a16:creationId xmlns:a16="http://schemas.microsoft.com/office/drawing/2014/main" id="{AEDB31E0-288F-492F-BC3E-94F3C3363294}"/>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178</a:t>
              </a:r>
            </a:p>
            <a:p>
              <a:pPr algn="ctr">
                <a:lnSpc>
                  <a:spcPct val="90000"/>
                </a:lnSpc>
                <a:spcAft>
                  <a:spcPts val="0"/>
                </a:spcAft>
              </a:pPr>
              <a:r>
                <a:rPr lang="en-US" sz="700" b="0">
                  <a:latin typeface="Ubuntu" panose="020B0504030602030204" pitchFamily="34" charset="0"/>
                </a:rPr>
                <a:t>162</a:t>
              </a:r>
            </a:p>
          </p:txBody>
        </p:sp>
        <p:sp>
          <p:nvSpPr>
            <p:cNvPr id="70" name="Forme libre : forme 69">
              <a:extLst>
                <a:ext uri="{FF2B5EF4-FFF2-40B4-BE49-F238E27FC236}">
                  <a16:creationId xmlns:a16="http://schemas.microsoft.com/office/drawing/2014/main" id="{8F775A35-2F34-403A-95F8-4058F1A09A02}"/>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244</a:t>
              </a:r>
            </a:p>
            <a:p>
              <a:pPr algn="ctr">
                <a:lnSpc>
                  <a:spcPct val="90000"/>
                </a:lnSpc>
                <a:spcAft>
                  <a:spcPts val="0"/>
                </a:spcAft>
              </a:pPr>
              <a:r>
                <a:rPr lang="en-US" sz="700" b="0">
                  <a:latin typeface="Ubuntu" panose="020B0504030602030204" pitchFamily="34" charset="0"/>
                </a:rPr>
                <a:t>203</a:t>
              </a:r>
            </a:p>
          </p:txBody>
        </p:sp>
        <p:sp>
          <p:nvSpPr>
            <p:cNvPr id="71" name="Forme libre : forme 70">
              <a:extLst>
                <a:ext uri="{FF2B5EF4-FFF2-40B4-BE49-F238E27FC236}">
                  <a16:creationId xmlns:a16="http://schemas.microsoft.com/office/drawing/2014/main" id="{59DA3B5B-D788-45A0-A698-ABE05A9025B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54</a:t>
              </a:r>
            </a:p>
          </p:txBody>
        </p:sp>
        <p:sp>
          <p:nvSpPr>
            <p:cNvPr id="72" name="Forme libre : forme 71">
              <a:extLst>
                <a:ext uri="{FF2B5EF4-FFF2-40B4-BE49-F238E27FC236}">
                  <a16:creationId xmlns:a16="http://schemas.microsoft.com/office/drawing/2014/main" id="{B988192C-3701-4200-ADA5-936C0610D953}"/>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140</a:t>
              </a:r>
            </a:p>
            <a:p>
              <a:pPr algn="ctr">
                <a:lnSpc>
                  <a:spcPct val="90000"/>
                </a:lnSpc>
                <a:spcAft>
                  <a:spcPts val="0"/>
                </a:spcAft>
              </a:pPr>
              <a:r>
                <a:rPr lang="en-US" sz="700" b="0">
                  <a:solidFill>
                    <a:schemeClr val="bg1"/>
                  </a:solidFill>
                  <a:latin typeface="Ubuntu" panose="020B0504030602030204" pitchFamily="34" charset="0"/>
                </a:rPr>
                <a:t>61</a:t>
              </a:r>
            </a:p>
          </p:txBody>
        </p:sp>
        <p:sp>
          <p:nvSpPr>
            <p:cNvPr id="73" name="Forme libre : forme 72">
              <a:extLst>
                <a:ext uri="{FF2B5EF4-FFF2-40B4-BE49-F238E27FC236}">
                  <a16:creationId xmlns:a16="http://schemas.microsoft.com/office/drawing/2014/main" id="{FDFAC846-10F6-421E-8B39-673C784E01DE}"/>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46</a:t>
              </a:r>
            </a:p>
            <a:p>
              <a:pPr algn="ctr">
                <a:lnSpc>
                  <a:spcPct val="90000"/>
                </a:lnSpc>
                <a:spcAft>
                  <a:spcPts val="0"/>
                </a:spcAft>
              </a:pPr>
              <a:r>
                <a:rPr lang="en-US" sz="700" b="0">
                  <a:latin typeface="Ubuntu" panose="020B0504030602030204" pitchFamily="34" charset="0"/>
                </a:rPr>
                <a:t>166</a:t>
              </a:r>
            </a:p>
            <a:p>
              <a:pPr algn="ctr">
                <a:lnSpc>
                  <a:spcPct val="90000"/>
                </a:lnSpc>
                <a:spcAft>
                  <a:spcPts val="0"/>
                </a:spcAft>
              </a:pPr>
              <a:r>
                <a:rPr lang="en-US" sz="700" b="0">
                  <a:latin typeface="Ubuntu" panose="020B0504030602030204" pitchFamily="34" charset="0"/>
                </a:rPr>
                <a:t>87</a:t>
              </a:r>
            </a:p>
          </p:txBody>
        </p:sp>
        <p:sp>
          <p:nvSpPr>
            <p:cNvPr id="74" name="Forme libre : forme 73">
              <a:extLst>
                <a:ext uri="{FF2B5EF4-FFF2-40B4-BE49-F238E27FC236}">
                  <a16:creationId xmlns:a16="http://schemas.microsoft.com/office/drawing/2014/main" id="{353643F0-22F7-4B48-AE39-5FC8C334472F}"/>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51</a:t>
              </a:r>
            </a:p>
            <a:p>
              <a:pPr algn="ctr">
                <a:lnSpc>
                  <a:spcPct val="90000"/>
                </a:lnSpc>
                <a:spcAft>
                  <a:spcPts val="0"/>
                </a:spcAft>
              </a:pPr>
              <a:r>
                <a:rPr lang="en-US" sz="700" b="0">
                  <a:latin typeface="Ubuntu" panose="020B0504030602030204" pitchFamily="34" charset="0"/>
                </a:rPr>
                <a:t>181</a:t>
              </a:r>
            </a:p>
            <a:p>
              <a:pPr algn="ctr">
                <a:lnSpc>
                  <a:spcPct val="90000"/>
                </a:lnSpc>
                <a:spcAft>
                  <a:spcPts val="0"/>
                </a:spcAft>
              </a:pPr>
              <a:r>
                <a:rPr lang="en-US" sz="700" b="0">
                  <a:latin typeface="Ubuntu" panose="020B0504030602030204" pitchFamily="34" charset="0"/>
                </a:rPr>
                <a:t>105</a:t>
              </a:r>
            </a:p>
          </p:txBody>
        </p:sp>
        <p:sp>
          <p:nvSpPr>
            <p:cNvPr id="75" name="Forme libre : forme 74">
              <a:extLst>
                <a:ext uri="{FF2B5EF4-FFF2-40B4-BE49-F238E27FC236}">
                  <a16:creationId xmlns:a16="http://schemas.microsoft.com/office/drawing/2014/main" id="{33F41D49-321E-46F2-BE66-44E85399808F}"/>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a:latin typeface="Ubuntu" panose="020B0504030602030204" pitchFamily="34" charset="0"/>
              </a:endParaRPr>
            </a:p>
            <a:p>
              <a:pPr algn="ctr">
                <a:lnSpc>
                  <a:spcPct val="90000"/>
                </a:lnSpc>
                <a:spcAft>
                  <a:spcPts val="0"/>
                </a:spcAft>
              </a:pPr>
              <a:r>
                <a:rPr lang="en-US" sz="700" b="0">
                  <a:latin typeface="Ubuntu" panose="020B0504030602030204" pitchFamily="34" charset="0"/>
                </a:rPr>
                <a:t>87</a:t>
              </a:r>
            </a:p>
            <a:p>
              <a:pPr algn="ctr">
                <a:lnSpc>
                  <a:spcPct val="90000"/>
                </a:lnSpc>
                <a:spcAft>
                  <a:spcPts val="0"/>
                </a:spcAft>
              </a:pPr>
              <a:r>
                <a:rPr lang="en-US" sz="700" b="0">
                  <a:latin typeface="Ubuntu" panose="020B0504030602030204" pitchFamily="34" charset="0"/>
                </a:rPr>
                <a:t>207</a:t>
              </a:r>
            </a:p>
            <a:p>
              <a:pPr algn="ctr">
                <a:lnSpc>
                  <a:spcPct val="90000"/>
                </a:lnSpc>
                <a:spcAft>
                  <a:spcPts val="0"/>
                </a:spcAft>
              </a:pPr>
              <a:r>
                <a:rPr lang="en-US" sz="700" b="0">
                  <a:latin typeface="Ubuntu" panose="020B0504030602030204" pitchFamily="34" charset="0"/>
                </a:rPr>
                <a:t>128</a:t>
              </a:r>
            </a:p>
            <a:p>
              <a:pPr algn="ctr">
                <a:lnSpc>
                  <a:spcPct val="90000"/>
                </a:lnSpc>
                <a:spcAft>
                  <a:spcPts val="0"/>
                </a:spcAft>
              </a:pPr>
              <a:endParaRPr lang="en-US" sz="700" b="0">
                <a:latin typeface="Ubuntu" panose="020B0504030602030204" pitchFamily="34" charset="0"/>
              </a:endParaRPr>
            </a:p>
          </p:txBody>
        </p:sp>
        <p:sp>
          <p:nvSpPr>
            <p:cNvPr id="76" name="Forme libre : forme 75">
              <a:extLst>
                <a:ext uri="{FF2B5EF4-FFF2-40B4-BE49-F238E27FC236}">
                  <a16:creationId xmlns:a16="http://schemas.microsoft.com/office/drawing/2014/main" id="{99A866AE-65FA-4F9E-98D0-E71681C14AC2}"/>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64</a:t>
              </a:r>
            </a:p>
          </p:txBody>
        </p:sp>
        <p:sp>
          <p:nvSpPr>
            <p:cNvPr id="77" name="Forme libre : forme 76">
              <a:extLst>
                <a:ext uri="{FF2B5EF4-FFF2-40B4-BE49-F238E27FC236}">
                  <a16:creationId xmlns:a16="http://schemas.microsoft.com/office/drawing/2014/main" id="{FF63074E-4AF4-4930-9679-FD2D7A0F2A11}"/>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33</a:t>
              </a:r>
            </a:p>
            <a:p>
              <a:pPr algn="ctr">
                <a:lnSpc>
                  <a:spcPct val="90000"/>
                </a:lnSpc>
                <a:spcAft>
                  <a:spcPts val="0"/>
                </a:spcAft>
              </a:pPr>
              <a:r>
                <a:rPr lang="en-US" sz="700" b="0">
                  <a:solidFill>
                    <a:schemeClr val="bg1"/>
                  </a:solidFill>
                  <a:latin typeface="Ubuntu" panose="020B0504030602030204" pitchFamily="34" charset="0"/>
                </a:rPr>
                <a:t>69</a:t>
              </a:r>
            </a:p>
            <a:p>
              <a:pPr algn="ctr">
                <a:lnSpc>
                  <a:spcPct val="90000"/>
                </a:lnSpc>
                <a:spcAft>
                  <a:spcPts val="0"/>
                </a:spcAft>
              </a:pPr>
              <a:r>
                <a:rPr lang="en-US" sz="700" b="0">
                  <a:solidFill>
                    <a:schemeClr val="bg1"/>
                  </a:solidFill>
                  <a:latin typeface="Ubuntu" panose="020B0504030602030204" pitchFamily="34" charset="0"/>
                </a:rPr>
                <a:t>84</a:t>
              </a:r>
            </a:p>
          </p:txBody>
        </p:sp>
        <p:sp>
          <p:nvSpPr>
            <p:cNvPr id="78" name="Forme libre : forme 77">
              <a:extLst>
                <a:ext uri="{FF2B5EF4-FFF2-40B4-BE49-F238E27FC236}">
                  <a16:creationId xmlns:a16="http://schemas.microsoft.com/office/drawing/2014/main" id="{56DB4C49-7593-476E-9314-2444B469873A}"/>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20</a:t>
              </a:r>
            </a:p>
            <a:p>
              <a:pPr algn="ctr">
                <a:lnSpc>
                  <a:spcPct val="90000"/>
                </a:lnSpc>
                <a:spcAft>
                  <a:spcPts val="0"/>
                </a:spcAft>
              </a:pPr>
              <a:r>
                <a:rPr lang="en-US" sz="700" b="0">
                  <a:solidFill>
                    <a:schemeClr val="bg1"/>
                  </a:solidFill>
                  <a:latin typeface="Ubuntu" panose="020B0504030602030204" pitchFamily="34" charset="0"/>
                </a:rPr>
                <a:t>89</a:t>
              </a:r>
            </a:p>
            <a:p>
              <a:pPr algn="ctr">
                <a:lnSpc>
                  <a:spcPct val="90000"/>
                </a:lnSpc>
                <a:spcAft>
                  <a:spcPts val="0"/>
                </a:spcAft>
              </a:pPr>
              <a:r>
                <a:rPr lang="en-US" sz="700" b="0">
                  <a:solidFill>
                    <a:schemeClr val="bg1"/>
                  </a:solidFill>
                  <a:latin typeface="Ubuntu" panose="020B0504030602030204" pitchFamily="34" charset="0"/>
                </a:rPr>
                <a:t>107</a:t>
              </a:r>
            </a:p>
          </p:txBody>
        </p:sp>
        <p:sp>
          <p:nvSpPr>
            <p:cNvPr id="79" name="Forme libre : forme 78">
              <a:extLst>
                <a:ext uri="{FF2B5EF4-FFF2-40B4-BE49-F238E27FC236}">
                  <a16:creationId xmlns:a16="http://schemas.microsoft.com/office/drawing/2014/main" id="{82B57E86-9AA1-49BE-93E7-6C1DB4AFDDF9}"/>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107</a:t>
              </a:r>
            </a:p>
            <a:p>
              <a:pPr algn="ctr">
                <a:lnSpc>
                  <a:spcPct val="90000"/>
                </a:lnSpc>
                <a:spcAft>
                  <a:spcPts val="0"/>
                </a:spcAft>
              </a:pPr>
              <a:r>
                <a:rPr lang="en-US" sz="700" b="0">
                  <a:solidFill>
                    <a:schemeClr val="bg1"/>
                  </a:solidFill>
                  <a:latin typeface="Ubuntu" panose="020B0504030602030204" pitchFamily="34" charset="0"/>
                </a:rPr>
                <a:t>25</a:t>
              </a:r>
            </a:p>
          </p:txBody>
        </p:sp>
        <p:sp>
          <p:nvSpPr>
            <p:cNvPr id="80" name="Forme libre : forme 79">
              <a:extLst>
                <a:ext uri="{FF2B5EF4-FFF2-40B4-BE49-F238E27FC236}">
                  <a16:creationId xmlns:a16="http://schemas.microsoft.com/office/drawing/2014/main" id="{F58D84FF-3235-47A7-A015-65B66A7E9528}"/>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145</a:t>
              </a:r>
            </a:p>
          </p:txBody>
        </p:sp>
        <p:sp>
          <p:nvSpPr>
            <p:cNvPr id="81" name="Forme libre : forme 80">
              <a:extLst>
                <a:ext uri="{FF2B5EF4-FFF2-40B4-BE49-F238E27FC236}">
                  <a16:creationId xmlns:a16="http://schemas.microsoft.com/office/drawing/2014/main" id="{0C2FDFFD-39D1-4054-899F-2527AF6109D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125</a:t>
              </a:r>
            </a:p>
            <a:p>
              <a:pPr algn="ctr">
                <a:lnSpc>
                  <a:spcPct val="90000"/>
                </a:lnSpc>
                <a:spcAft>
                  <a:spcPts val="0"/>
                </a:spcAft>
              </a:pPr>
              <a:r>
                <a:rPr lang="en-US" sz="700" b="0">
                  <a:solidFill>
                    <a:schemeClr val="bg1"/>
                  </a:solidFill>
                  <a:latin typeface="Ubuntu" panose="020B0504030602030204" pitchFamily="34" charset="0"/>
                </a:rPr>
                <a:t>116</a:t>
              </a:r>
            </a:p>
          </p:txBody>
        </p:sp>
        <p:sp>
          <p:nvSpPr>
            <p:cNvPr id="82" name="Forme libre : forme 81">
              <a:extLst>
                <a:ext uri="{FF2B5EF4-FFF2-40B4-BE49-F238E27FC236}">
                  <a16:creationId xmlns:a16="http://schemas.microsoft.com/office/drawing/2014/main" id="{3B4493E8-9680-4EA3-9A68-6174B5ADF266}"/>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146</a:t>
              </a:r>
            </a:p>
            <a:p>
              <a:pPr algn="ctr">
                <a:lnSpc>
                  <a:spcPct val="90000"/>
                </a:lnSpc>
                <a:spcAft>
                  <a:spcPts val="0"/>
                </a:spcAft>
              </a:pPr>
              <a:r>
                <a:rPr lang="en-US" sz="700" b="0">
                  <a:solidFill>
                    <a:schemeClr val="bg1"/>
                  </a:solidFill>
                  <a:latin typeface="Ubuntu" panose="020B0504030602030204" pitchFamily="34" charset="0"/>
                </a:rPr>
                <a:t>155</a:t>
              </a:r>
            </a:p>
          </p:txBody>
        </p:sp>
        <p:sp>
          <p:nvSpPr>
            <p:cNvPr id="83" name="Forme libre : forme 82">
              <a:extLst>
                <a:ext uri="{FF2B5EF4-FFF2-40B4-BE49-F238E27FC236}">
                  <a16:creationId xmlns:a16="http://schemas.microsoft.com/office/drawing/2014/main" id="{B4B6B943-D34B-48B2-95E0-76C5F8BA25FA}"/>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191</a:t>
              </a:r>
            </a:p>
            <a:p>
              <a:pPr algn="ctr">
                <a:lnSpc>
                  <a:spcPct val="90000"/>
                </a:lnSpc>
                <a:spcAft>
                  <a:spcPts val="0"/>
                </a:spcAft>
              </a:pPr>
              <a:r>
                <a:rPr lang="en-US" sz="700" b="0">
                  <a:latin typeface="Ubuntu" panose="020B0504030602030204" pitchFamily="34" charset="0"/>
                </a:rPr>
                <a:t>191</a:t>
              </a:r>
            </a:p>
          </p:txBody>
        </p:sp>
        <p:sp>
          <p:nvSpPr>
            <p:cNvPr id="84" name="Forme libre : forme 83">
              <a:extLst>
                <a:ext uri="{FF2B5EF4-FFF2-40B4-BE49-F238E27FC236}">
                  <a16:creationId xmlns:a16="http://schemas.microsoft.com/office/drawing/2014/main" id="{B434FFE6-E50A-4EA9-83D4-F9F4917BBCB8}"/>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213</a:t>
              </a:r>
            </a:p>
            <a:p>
              <a:pPr algn="ctr">
                <a:lnSpc>
                  <a:spcPct val="90000"/>
                </a:lnSpc>
                <a:spcAft>
                  <a:spcPts val="0"/>
                </a:spcAft>
              </a:pPr>
              <a:r>
                <a:rPr lang="en-US" sz="700" b="0">
                  <a:latin typeface="Ubuntu" panose="020B0504030602030204" pitchFamily="34" charset="0"/>
                </a:rPr>
                <a:t>208</a:t>
              </a:r>
            </a:p>
          </p:txBody>
        </p:sp>
        <p:sp>
          <p:nvSpPr>
            <p:cNvPr id="85" name="Forme libre : forme 84">
              <a:extLst>
                <a:ext uri="{FF2B5EF4-FFF2-40B4-BE49-F238E27FC236}">
                  <a16:creationId xmlns:a16="http://schemas.microsoft.com/office/drawing/2014/main" id="{E0BE1B97-A7F2-4E15-8D45-CD3F50622B5F}"/>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230</a:t>
              </a:r>
            </a:p>
            <a:p>
              <a:pPr algn="ctr">
                <a:lnSpc>
                  <a:spcPct val="90000"/>
                </a:lnSpc>
                <a:spcAft>
                  <a:spcPts val="0"/>
                </a:spcAft>
              </a:pPr>
              <a:r>
                <a:rPr lang="en-US" sz="700" b="0">
                  <a:latin typeface="Ubuntu" panose="020B0504030602030204" pitchFamily="34" charset="0"/>
                </a:rPr>
                <a:t>227</a:t>
              </a:r>
            </a:p>
          </p:txBody>
        </p:sp>
      </p:gr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65" name="Rectangle 27">
            <a:extLst>
              <a:ext uri="{FF2B5EF4-FFF2-40B4-BE49-F238E27FC236}">
                <a16:creationId xmlns:a16="http://schemas.microsoft.com/office/drawing/2014/main" id="{5B538C81-213B-41EC-BB81-FEF313C9D880}"/>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rgbClr val="A6A6A6"/>
                </a:solidFill>
                <a:latin typeface="Ubuntu" panose="020B0504030602030204" pitchFamily="34" charset="0"/>
                <a:cs typeface="Arial" panose="020B0604020202020204" pitchFamily="34" charset="0"/>
              </a:rPr>
              <a:t>Presentation Title  |  Author  |  Date</a:t>
            </a:r>
          </a:p>
        </p:txBody>
      </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2023. All rights reserved  |</a:t>
            </a:r>
          </a:p>
        </p:txBody>
      </p:sp>
    </p:spTree>
    <p:extLst>
      <p:ext uri="{BB962C8B-B14F-4D97-AF65-F5344CB8AC3E}">
        <p14:creationId xmlns:p14="http://schemas.microsoft.com/office/powerpoint/2010/main" val="3148905397"/>
      </p:ext>
    </p:extLst>
  </p:cSld>
  <p:clrMap bg1="lt1" tx1="dk1" bg2="lt2" tx2="dk2" accent1="accent1" accent2="accent2" accent3="accent3" accent4="accent4" accent5="accent5" accent6="accent6" hlink="hlink" folHlink="folHlink"/>
  <p:sldLayoutIdLst>
    <p:sldLayoutId id="2147483953" r:id="rId1"/>
    <p:sldLayoutId id="2147483955" r:id="rId2"/>
    <p:sldLayoutId id="2147483956" r:id="rId3"/>
    <p:sldLayoutId id="2147483900" r:id="rId4"/>
    <p:sldLayoutId id="2147483901" r:id="rId5"/>
    <p:sldLayoutId id="2147483960" r:id="rId6"/>
    <p:sldLayoutId id="2147483984" r:id="rId7"/>
    <p:sldLayoutId id="2147484038" r:id="rId8"/>
    <p:sldLayoutId id="2147483902" r:id="rId9"/>
    <p:sldLayoutId id="2147483903" r:id="rId10"/>
    <p:sldLayoutId id="2147483949" r:id="rId11"/>
    <p:sldLayoutId id="2147483905" r:id="rId12"/>
    <p:sldLayoutId id="2147483945" r:id="rId13"/>
    <p:sldLayoutId id="2147483948" r:id="rId14"/>
    <p:sldLayoutId id="2147483954" r:id="rId15"/>
    <p:sldLayoutId id="2147483961" r:id="rId16"/>
    <p:sldLayoutId id="2147483958" r:id="rId17"/>
    <p:sldLayoutId id="2147483959" r:id="rId18"/>
    <p:sldLayoutId id="2147484000" r:id="rId19"/>
    <p:sldLayoutId id="2147483918" r:id="rId20"/>
    <p:sldLayoutId id="2147483922" r:id="rId21"/>
    <p:sldLayoutId id="2147483950" r:id="rId22"/>
    <p:sldLayoutId id="2147483952" r:id="rId23"/>
    <p:sldLayoutId id="2147484004" r:id="rId24"/>
    <p:sldLayoutId id="2147484005" r:id="rId25"/>
    <p:sldLayoutId id="2147483999" r:id="rId26"/>
    <p:sldLayoutId id="2147484041" r:id="rId27"/>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userDrawn="1">
          <p15:clr>
            <a:srgbClr val="F26B43"/>
          </p15:clr>
        </p15:guide>
        <p15:guide id="3" orient="horz" pos="4071" userDrawn="1">
          <p15:clr>
            <a:srgbClr val="F26B43"/>
          </p15:clr>
        </p15:guide>
        <p15:guide id="4" pos="255" userDrawn="1">
          <p15:clr>
            <a:srgbClr val="F26B43"/>
          </p15:clr>
        </p15:guide>
        <p15:guide id="5" orient="horz" pos="836" userDrawn="1">
          <p15:clr>
            <a:srgbClr val="F26B43"/>
          </p15:clr>
        </p15:guide>
        <p15:guide id="6" orient="horz" pos="245" userDrawn="1">
          <p15:clr>
            <a:srgbClr val="F26B43"/>
          </p15:clr>
        </p15:guide>
        <p15:guide id="7" pos="3840" userDrawn="1">
          <p15:clr>
            <a:srgbClr val="F26B43"/>
          </p15:clr>
        </p15:guide>
        <p15:guide id="8" pos="3899" userDrawn="1">
          <p15:clr>
            <a:srgbClr val="F26B43"/>
          </p15:clr>
        </p15:guide>
        <p15:guide id="9" pos="3783"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bwMode="gray">
          <a:xfrm>
            <a:off x="478368" y="584884"/>
            <a:ext cx="11235267" cy="1188507"/>
          </a:xfrm>
          <a:prstGeom prst="rect">
            <a:avLst/>
          </a:prstGeom>
        </p:spPr>
        <p:txBody>
          <a:bodyPr vert="horz" lIns="0" tIns="0" rIns="0" bIns="0" rtlCol="0" anchor="t" anchorCtr="0">
            <a:noAutofit/>
          </a:bodyPr>
          <a:lstStyle/>
          <a:p>
            <a:r>
              <a:rPr lang="en-US" noProof="0"/>
              <a:t>Title</a:t>
            </a:r>
          </a:p>
        </p:txBody>
      </p:sp>
      <p:sp>
        <p:nvSpPr>
          <p:cNvPr id="3" name="Espace réservé du texte 2"/>
          <p:cNvSpPr>
            <a:spLocks noGrp="1"/>
          </p:cNvSpPr>
          <p:nvPr>
            <p:ph type="body" idx="1"/>
          </p:nvPr>
        </p:nvSpPr>
        <p:spPr bwMode="gray">
          <a:xfrm>
            <a:off x="478367" y="2468895"/>
            <a:ext cx="11235267" cy="3408379"/>
          </a:xfrm>
          <a:prstGeom prst="rect">
            <a:avLst/>
          </a:prstGeom>
        </p:spPr>
        <p:txBody>
          <a:bodyPr vert="horz" lIns="0" tIns="0" rIns="0" bIns="0" rtlCol="0" anchor="t" anchorCtr="0">
            <a:noAutofit/>
          </a:bodyPr>
          <a:lstStyle/>
          <a:p>
            <a:pPr lvl="0"/>
            <a:r>
              <a:rPr lang="en-US" noProof="0"/>
              <a:t>Text level 1</a:t>
            </a:r>
          </a:p>
          <a:p>
            <a:pPr lvl="1"/>
            <a:r>
              <a:rPr lang="en-US" noProof="0"/>
              <a:t>Text level 2</a:t>
            </a:r>
          </a:p>
          <a:p>
            <a:pPr lvl="2"/>
            <a:r>
              <a:rPr lang="en-US" noProof="0"/>
              <a:t>Text level 3</a:t>
            </a:r>
          </a:p>
          <a:p>
            <a:pPr lvl="3"/>
            <a:r>
              <a:rPr lang="en-US" noProof="0"/>
              <a:t>Text level 4</a:t>
            </a:r>
          </a:p>
          <a:p>
            <a:pPr lvl="4"/>
            <a:r>
              <a:rPr lang="en-US" noProof="0"/>
              <a:t>Text level 5</a:t>
            </a:r>
          </a:p>
        </p:txBody>
      </p:sp>
      <p:sp>
        <p:nvSpPr>
          <p:cNvPr id="4" name="Espace réservé de la date 3"/>
          <p:cNvSpPr>
            <a:spLocks noGrp="1"/>
          </p:cNvSpPr>
          <p:nvPr>
            <p:ph type="dt" sz="half" idx="2"/>
          </p:nvPr>
        </p:nvSpPr>
        <p:spPr bwMode="gray">
          <a:xfrm>
            <a:off x="0" y="6405033"/>
            <a:ext cx="478368" cy="452968"/>
          </a:xfrm>
          <a:prstGeom prst="rect">
            <a:avLst/>
          </a:prstGeom>
        </p:spPr>
        <p:txBody>
          <a:bodyPr vert="horz" lIns="0" tIns="0" rIns="0" bIns="0" rtlCol="0" anchor="ctr" anchorCtr="0">
            <a:noAutofit/>
          </a:bodyPr>
          <a:lstStyle>
            <a:lvl1pPr algn="ctr">
              <a:defRPr sz="133">
                <a:solidFill>
                  <a:schemeClr val="bg1">
                    <a:alpha val="0"/>
                  </a:schemeClr>
                </a:solidFill>
              </a:defRPr>
            </a:lvl1pPr>
          </a:lstStyle>
          <a:p>
            <a:r>
              <a:rPr lang="fr-FR" noProof="0"/>
              <a:t>Date</a:t>
            </a:r>
            <a:endParaRPr lang="en-US" noProof="0"/>
          </a:p>
        </p:txBody>
      </p:sp>
      <p:sp>
        <p:nvSpPr>
          <p:cNvPr id="5" name="Espace réservé du pied de page 4"/>
          <p:cNvSpPr>
            <a:spLocks noGrp="1"/>
          </p:cNvSpPr>
          <p:nvPr>
            <p:ph type="ftr" sz="quarter" idx="3"/>
          </p:nvPr>
        </p:nvSpPr>
        <p:spPr bwMode="gray">
          <a:xfrm>
            <a:off x="680561" y="6069294"/>
            <a:ext cx="9120000" cy="335740"/>
          </a:xfrm>
          <a:prstGeom prst="rect">
            <a:avLst/>
          </a:prstGeom>
        </p:spPr>
        <p:txBody>
          <a:bodyPr vert="horz" lIns="0" tIns="0" rIns="0" bIns="0" rtlCol="0" anchor="b" anchorCtr="0">
            <a:noAutofit/>
          </a:bodyPr>
          <a:lstStyle>
            <a:lvl1pPr algn="l">
              <a:defRPr sz="1067">
                <a:solidFill>
                  <a:schemeClr val="accent4"/>
                </a:solidFill>
              </a:defRPr>
            </a:lvl1pPr>
          </a:lstStyle>
          <a:p>
            <a:r>
              <a:rPr lang="en-US" noProof="0"/>
              <a:t>Presentation title</a:t>
            </a:r>
          </a:p>
        </p:txBody>
      </p:sp>
      <p:sp>
        <p:nvSpPr>
          <p:cNvPr id="6" name="Espace réservé du numéro de diapositive 5"/>
          <p:cNvSpPr>
            <a:spLocks noGrp="1"/>
          </p:cNvSpPr>
          <p:nvPr>
            <p:ph type="sldNum" sz="quarter" idx="4"/>
          </p:nvPr>
        </p:nvSpPr>
        <p:spPr bwMode="gray">
          <a:xfrm>
            <a:off x="-677" y="6069294"/>
            <a:ext cx="576080" cy="335740"/>
          </a:xfrm>
          <a:prstGeom prst="rect">
            <a:avLst/>
          </a:prstGeom>
        </p:spPr>
        <p:txBody>
          <a:bodyPr vert="horz" lIns="0" tIns="0" rIns="0" bIns="0" rtlCol="0" anchor="b" anchorCtr="0">
            <a:noAutofit/>
          </a:bodyPr>
          <a:lstStyle>
            <a:lvl1pPr algn="r">
              <a:defRPr sz="1067">
                <a:solidFill>
                  <a:schemeClr val="accent4"/>
                </a:solidFill>
              </a:defRPr>
            </a:lvl1pPr>
          </a:lstStyle>
          <a:p>
            <a:fld id="{733122C9-A0B9-462F-8757-0847AD287B63}" type="slidenum">
              <a:rPr lang="en-US" noProof="0" smtClean="0"/>
              <a:pPr/>
              <a:t>‹#›</a:t>
            </a:fld>
            <a:endParaRPr lang="en-US" noProof="0"/>
          </a:p>
        </p:txBody>
      </p:sp>
      <p:pic>
        <p:nvPicPr>
          <p:cNvPr id="8" name="Image 7"/>
          <p:cNvPicPr>
            <a:picLocks noChangeAspect="1"/>
          </p:cNvPicPr>
          <p:nvPr/>
        </p:nvPicPr>
        <p:blipFill>
          <a:blip r:embed="rId30" cstate="print">
            <a:extLst>
              <a:ext uri="{28A0092B-C50C-407E-A947-70E740481C1C}">
                <a14:useLocalDpi xmlns:a14="http://schemas.microsoft.com/office/drawing/2010/main" val="0"/>
              </a:ext>
            </a:extLst>
          </a:blip>
          <a:stretch>
            <a:fillRect/>
          </a:stretch>
        </p:blipFill>
        <p:spPr bwMode="gray">
          <a:xfrm>
            <a:off x="10650964" y="6157107"/>
            <a:ext cx="1104000" cy="248600"/>
          </a:xfrm>
          <a:prstGeom prst="rect">
            <a:avLst/>
          </a:prstGeom>
        </p:spPr>
      </p:pic>
      <p:sp>
        <p:nvSpPr>
          <p:cNvPr id="9" name="McK Disclaimer"/>
          <p:cNvSpPr>
            <a:spLocks noChangeArrowheads="1"/>
          </p:cNvSpPr>
          <p:nvPr userDrawn="1">
            <p:custDataLst>
              <p:tags r:id="rId29"/>
            </p:custDataLst>
          </p:nvPr>
        </p:nvSpPr>
        <p:spPr bwMode="auto">
          <a:xfrm>
            <a:off x="4559432" y="6590793"/>
            <a:ext cx="3648803" cy="198581"/>
          </a:xfrm>
          <a:prstGeom prst="rect">
            <a:avLst/>
          </a:prstGeom>
          <a:noFill/>
          <a:ln>
            <a:noFill/>
          </a:ln>
          <a:effectLst/>
        </p:spPr>
        <p:txBody>
          <a:bodyPr wrap="square" lIns="0" tIns="0" rIns="0" bIns="0" anchor="b">
            <a:spAutoFit/>
          </a:bodyPr>
          <a:lstStyle/>
          <a:p>
            <a:pPr algn="ctr">
              <a:lnSpc>
                <a:spcPts val="1733"/>
              </a:lnSpc>
            </a:pPr>
            <a:r>
              <a:rPr lang="en-US" sz="1200" b="1">
                <a:solidFill>
                  <a:srgbClr val="7030A0"/>
                </a:solidFill>
                <a:ea typeface="Batang"/>
                <a:cs typeface="Times New Roman"/>
              </a:rPr>
              <a:t>Altran Confidential</a:t>
            </a:r>
            <a:endParaRPr lang="en-US" sz="1067">
              <a:solidFill>
                <a:srgbClr val="595959"/>
              </a:solidFill>
              <a:ea typeface="Batang"/>
              <a:cs typeface="Times New Roman"/>
            </a:endParaRPr>
          </a:p>
        </p:txBody>
      </p:sp>
    </p:spTree>
    <p:extLst>
      <p:ext uri="{BB962C8B-B14F-4D97-AF65-F5344CB8AC3E}">
        <p14:creationId xmlns:p14="http://schemas.microsoft.com/office/powerpoint/2010/main" val="1540051224"/>
      </p:ext>
    </p:extLst>
  </p:cSld>
  <p:clrMap bg1="lt1" tx1="dk1" bg2="lt2" tx2="dk2" accent1="accent1" accent2="accent2" accent3="accent3" accent4="accent4" accent5="accent5" accent6="accent6" hlink="hlink" folHlink="folHlink"/>
  <p:sldLayoutIdLst>
    <p:sldLayoutId id="2147484007" r:id="rId1"/>
    <p:sldLayoutId id="2147484008" r:id="rId2"/>
    <p:sldLayoutId id="2147484009" r:id="rId3"/>
    <p:sldLayoutId id="2147484010" r:id="rId4"/>
    <p:sldLayoutId id="2147484011" r:id="rId5"/>
    <p:sldLayoutId id="2147484012" r:id="rId6"/>
    <p:sldLayoutId id="2147484013" r:id="rId7"/>
    <p:sldLayoutId id="2147484014" r:id="rId8"/>
    <p:sldLayoutId id="2147484015" r:id="rId9"/>
    <p:sldLayoutId id="2147484016" r:id="rId10"/>
    <p:sldLayoutId id="2147484017" r:id="rId11"/>
    <p:sldLayoutId id="2147484018" r:id="rId12"/>
    <p:sldLayoutId id="2147484019" r:id="rId13"/>
    <p:sldLayoutId id="2147484020" r:id="rId14"/>
    <p:sldLayoutId id="2147484021" r:id="rId15"/>
    <p:sldLayoutId id="2147484022" r:id="rId16"/>
    <p:sldLayoutId id="2147484023" r:id="rId17"/>
    <p:sldLayoutId id="2147484024" r:id="rId18"/>
    <p:sldLayoutId id="2147484025" r:id="rId19"/>
    <p:sldLayoutId id="2147484026" r:id="rId20"/>
    <p:sldLayoutId id="2147484027" r:id="rId21"/>
    <p:sldLayoutId id="2147484028" r:id="rId22"/>
    <p:sldLayoutId id="2147484029" r:id="rId23"/>
    <p:sldLayoutId id="2147484030" r:id="rId24"/>
    <p:sldLayoutId id="2147484031" r:id="rId25"/>
    <p:sldLayoutId id="2147484032" r:id="rId26"/>
    <p:sldLayoutId id="2147484033" r:id="rId27"/>
  </p:sldLayoutIdLst>
  <p:hf hdr="0"/>
  <p:txStyles>
    <p:titleStyle>
      <a:lvl1pPr algn="l" defTabSz="1219170" rtl="0" eaLnBrk="1" latinLnBrk="0" hangingPunct="1">
        <a:lnSpc>
          <a:spcPct val="90000"/>
        </a:lnSpc>
        <a:spcBef>
          <a:spcPct val="0"/>
        </a:spcBef>
        <a:buNone/>
        <a:defRPr sz="2667" b="1" kern="1200">
          <a:solidFill>
            <a:schemeClr val="accent5"/>
          </a:solidFill>
          <a:latin typeface="+mj-lt"/>
          <a:ea typeface="+mj-ea"/>
          <a:cs typeface="+mj-cs"/>
        </a:defRPr>
      </a:lvl1pPr>
    </p:titleStyle>
    <p:bodyStyle>
      <a:lvl1pPr marL="0" indent="0" algn="ctr" defTabSz="1219170" rtl="0" eaLnBrk="1" latinLnBrk="0" hangingPunct="1">
        <a:lnSpc>
          <a:spcPct val="100000"/>
        </a:lnSpc>
        <a:spcBef>
          <a:spcPts val="0"/>
        </a:spcBef>
        <a:buFont typeface="Arial" pitchFamily="34" charset="0"/>
        <a:buNone/>
        <a:defRPr sz="1467" kern="1200">
          <a:solidFill>
            <a:schemeClr val="accent4"/>
          </a:solidFill>
          <a:latin typeface="+mn-lt"/>
          <a:ea typeface="+mn-ea"/>
          <a:cs typeface="+mn-cs"/>
        </a:defRPr>
      </a:lvl1pPr>
      <a:lvl2pPr marL="146047" indent="-146047" algn="ctr" defTabSz="1219170" rtl="0" eaLnBrk="1" latinLnBrk="0" hangingPunct="1">
        <a:lnSpc>
          <a:spcPct val="100000"/>
        </a:lnSpc>
        <a:spcBef>
          <a:spcPts val="0"/>
        </a:spcBef>
        <a:buFont typeface="Arial" pitchFamily="34" charset="0"/>
        <a:buChar char="•"/>
        <a:defRPr sz="1467" kern="1200">
          <a:solidFill>
            <a:schemeClr val="accent4"/>
          </a:solidFill>
          <a:latin typeface="+mn-lt"/>
          <a:ea typeface="+mn-ea"/>
          <a:cs typeface="+mn-cs"/>
        </a:defRPr>
      </a:lvl2pPr>
      <a:lvl3pPr marL="0" indent="0" algn="l" defTabSz="1219170" rtl="0" eaLnBrk="1" latinLnBrk="0" hangingPunct="1">
        <a:lnSpc>
          <a:spcPct val="100000"/>
        </a:lnSpc>
        <a:spcBef>
          <a:spcPts val="0"/>
        </a:spcBef>
        <a:buSzPct val="100000"/>
        <a:buFont typeface="Arial" pitchFamily="34" charset="0"/>
        <a:buNone/>
        <a:defRPr sz="1467" kern="1200">
          <a:solidFill>
            <a:schemeClr val="accent4"/>
          </a:solidFill>
          <a:latin typeface="+mn-lt"/>
          <a:ea typeface="+mn-ea"/>
          <a:cs typeface="+mn-cs"/>
        </a:defRPr>
      </a:lvl3pPr>
      <a:lvl4pPr marL="143996" indent="-143996" algn="l" defTabSz="1219170" rtl="0" eaLnBrk="1" latinLnBrk="0" hangingPunct="1">
        <a:lnSpc>
          <a:spcPct val="100000"/>
        </a:lnSpc>
        <a:spcBef>
          <a:spcPts val="0"/>
        </a:spcBef>
        <a:buSzPct val="100000"/>
        <a:buFont typeface="Arial" pitchFamily="34" charset="0"/>
        <a:buChar char="•"/>
        <a:defRPr sz="1467" kern="1200">
          <a:solidFill>
            <a:schemeClr val="accent4"/>
          </a:solidFill>
          <a:latin typeface="+mn-lt"/>
          <a:ea typeface="+mn-ea"/>
          <a:cs typeface="+mn-cs"/>
        </a:defRPr>
      </a:lvl4pPr>
      <a:lvl5pPr marL="287993" indent="-143996" algn="l" defTabSz="1219170" rtl="0" eaLnBrk="1" latinLnBrk="0" hangingPunct="1">
        <a:lnSpc>
          <a:spcPct val="100000"/>
        </a:lnSpc>
        <a:spcBef>
          <a:spcPts val="0"/>
        </a:spcBef>
        <a:buSzPct val="100000"/>
        <a:buFont typeface="Arial" pitchFamily="34" charset="0"/>
        <a:buChar char="•"/>
        <a:tabLst/>
        <a:defRPr sz="1467" kern="1200">
          <a:solidFill>
            <a:schemeClr val="accent4"/>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fr-FR"/>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xml"/><Relationship Id="rId1" Type="http://schemas.openxmlformats.org/officeDocument/2006/relationships/slideLayout" Target="../slideLayouts/slideLayout27.xml"/></Relationships>
</file>

<file path=ppt/slides/_rels/slide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F2D9DD3E-6F1C-FF2B-C4DB-0B97F399B9AF}"/>
              </a:ext>
            </a:extLst>
          </p:cNvPr>
          <p:cNvSpPr>
            <a:spLocks noGrp="1"/>
          </p:cNvSpPr>
          <p:nvPr>
            <p:ph type="subTitle" idx="1"/>
          </p:nvPr>
        </p:nvSpPr>
        <p:spPr>
          <a:xfrm>
            <a:off x="480331" y="4645005"/>
            <a:ext cx="5759685" cy="215444"/>
          </a:xfrm>
        </p:spPr>
        <p:txBody>
          <a:bodyPr/>
          <a:lstStyle/>
          <a:p>
            <a:pPr algn="l"/>
            <a:r>
              <a:rPr lang="en-IN" sz="1400" dirty="0"/>
              <a:t>July’2026</a:t>
            </a:r>
          </a:p>
        </p:txBody>
      </p:sp>
      <p:sp>
        <p:nvSpPr>
          <p:cNvPr id="3" name="Title 2">
            <a:extLst>
              <a:ext uri="{FF2B5EF4-FFF2-40B4-BE49-F238E27FC236}">
                <a16:creationId xmlns:a16="http://schemas.microsoft.com/office/drawing/2014/main" id="{E4AFA5C1-3D8C-2C29-E4DF-873EEF534DCA}"/>
              </a:ext>
            </a:extLst>
          </p:cNvPr>
          <p:cNvSpPr>
            <a:spLocks noGrp="1"/>
          </p:cNvSpPr>
          <p:nvPr>
            <p:ph type="ctrTitle"/>
          </p:nvPr>
        </p:nvSpPr>
        <p:spPr>
          <a:xfrm>
            <a:off x="404813" y="2523673"/>
            <a:ext cx="11340873" cy="1846659"/>
          </a:xfrm>
        </p:spPr>
        <p:txBody>
          <a:bodyPr/>
          <a:lstStyle/>
          <a:p>
            <a:r>
              <a:rPr lang="en-US" sz="6000" dirty="0"/>
              <a:t>BMW AI use case for Check-in readings</a:t>
            </a:r>
            <a:endParaRPr lang="en-IN" sz="6000" dirty="0"/>
          </a:p>
        </p:txBody>
      </p:sp>
    </p:spTree>
    <p:extLst>
      <p:ext uri="{BB962C8B-B14F-4D97-AF65-F5344CB8AC3E}">
        <p14:creationId xmlns:p14="http://schemas.microsoft.com/office/powerpoint/2010/main" val="14284630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F3B6AA-1C35-9162-FBDB-3199BC77F0C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547D424-0EE3-E2FC-5A2C-A65290D7FC42}"/>
              </a:ext>
            </a:extLst>
          </p:cNvPr>
          <p:cNvSpPr txBox="1"/>
          <p:nvPr/>
        </p:nvSpPr>
        <p:spPr>
          <a:xfrm>
            <a:off x="641812" y="805935"/>
            <a:ext cx="4338898" cy="4941995"/>
          </a:xfrm>
          <a:prstGeom prst="rect">
            <a:avLst/>
          </a:prstGeom>
          <a:noFill/>
          <a:ln>
            <a:noFill/>
          </a:ln>
        </p:spPr>
        <p:txBody>
          <a:bodyPr vert="horz" wrap="square" lIns="90000" tIns="46800" rIns="90000" bIns="46800" rtlCol="0" anchor="ctr">
            <a:spAutoFit/>
          </a:bodyPr>
          <a:lstStyle/>
          <a:p>
            <a:pPr marL="285750" indent="-285750">
              <a:spcBef>
                <a:spcPct val="0"/>
              </a:spcBef>
              <a:buFont typeface="Arial" panose="020B0604020202020204" pitchFamily="34" charset="0"/>
              <a:buChar char="•"/>
            </a:pPr>
            <a:r>
              <a:rPr lang="en-IN" sz="1200" b="1" dirty="0">
                <a:solidFill>
                  <a:srgbClr val="12ABDB"/>
                </a:solidFill>
                <a:latin typeface="Ubuntu" panose="020B0504030602030204" pitchFamily="34" charset="0"/>
              </a:rPr>
              <a:t>Problem statement </a:t>
            </a:r>
            <a:r>
              <a:rPr lang="en-IN" sz="1100" b="1" dirty="0">
                <a:solidFill>
                  <a:srgbClr val="12ABDB"/>
                </a:solidFill>
                <a:latin typeface="Ubuntu" panose="020B0504030602030204" pitchFamily="34" charset="0"/>
              </a:rPr>
              <a:t>- </a:t>
            </a:r>
            <a:r>
              <a:rPr lang="en-IN" sz="1100" dirty="0">
                <a:solidFill>
                  <a:schemeClr val="bg1"/>
                </a:solidFill>
              </a:rPr>
              <a:t>We analyse automotive diagnostic report files containing DTCs and environmental data from various vehicle models and software releases. We manually review DTCs from my ECU i.e., UCAP-10 and related ECUs (like BCP, MGU etc.) to determine root causes. The process is repetitive, time-consuming and requires correlation across multiple ECUs and historical datasets. </a:t>
            </a:r>
          </a:p>
          <a:p>
            <a:pPr>
              <a:spcBef>
                <a:spcPct val="0"/>
              </a:spcBef>
            </a:pPr>
            <a:endParaRPr lang="en-IN" sz="1100" dirty="0">
              <a:solidFill>
                <a:schemeClr val="bg1"/>
              </a:solidFill>
            </a:endParaRPr>
          </a:p>
          <a:p>
            <a:pPr marL="285750" indent="-285750">
              <a:spcBef>
                <a:spcPct val="0"/>
              </a:spcBef>
              <a:buFont typeface="Arial" panose="020B0604020202020204" pitchFamily="34" charset="0"/>
              <a:buChar char="•"/>
            </a:pPr>
            <a:r>
              <a:rPr lang="en-IN" sz="1200" b="1" dirty="0">
                <a:solidFill>
                  <a:srgbClr val="12ABDB"/>
                </a:solidFill>
                <a:latin typeface="Ubuntu" panose="020B0504030602030204" pitchFamily="34" charset="0"/>
              </a:rPr>
              <a:t>Solution</a:t>
            </a:r>
            <a:r>
              <a:rPr lang="en-IN" sz="1100" b="1" dirty="0">
                <a:solidFill>
                  <a:srgbClr val="12ABDB"/>
                </a:solidFill>
                <a:latin typeface="Ubuntu" panose="020B0504030602030204" pitchFamily="34" charset="0"/>
              </a:rPr>
              <a:t> -</a:t>
            </a:r>
            <a:r>
              <a:rPr lang="en-IN" sz="1100" dirty="0">
                <a:solidFill>
                  <a:schemeClr val="bg1"/>
                </a:solidFill>
              </a:rPr>
              <a:t> We can leverage AI to automatically analyse large volumes of such reports, identify DTC trends across software releases, detect recurring issues after specific releases, correlate faults between interacting ECUs, and generate actionable diagnostic insights.</a:t>
            </a:r>
          </a:p>
          <a:p>
            <a:pPr marL="285750" indent="-285750">
              <a:spcBef>
                <a:spcPct val="0"/>
              </a:spcBef>
              <a:buFont typeface="Arial" panose="020B0604020202020204" pitchFamily="34" charset="0"/>
              <a:buChar char="•"/>
            </a:pPr>
            <a:endParaRPr lang="en-IN" sz="1100" dirty="0">
              <a:solidFill>
                <a:schemeClr val="bg1"/>
              </a:solidFill>
            </a:endParaRPr>
          </a:p>
          <a:p>
            <a:pPr marL="285750" indent="-285750">
              <a:spcBef>
                <a:spcPct val="0"/>
              </a:spcBef>
              <a:buFont typeface="Arial" panose="020B0604020202020204" pitchFamily="34" charset="0"/>
              <a:buChar char="•"/>
            </a:pPr>
            <a:r>
              <a:rPr lang="en-IN" sz="1200" b="1" dirty="0">
                <a:solidFill>
                  <a:srgbClr val="12ABDB"/>
                </a:solidFill>
                <a:latin typeface="Ubuntu" panose="020B0504030602030204" pitchFamily="34" charset="0"/>
              </a:rPr>
              <a:t>Technology</a:t>
            </a:r>
            <a:r>
              <a:rPr lang="en-IN" sz="1100" b="1" dirty="0">
                <a:solidFill>
                  <a:srgbClr val="12ABDB"/>
                </a:solidFill>
                <a:latin typeface="Ubuntu" panose="020B0504030602030204" pitchFamily="34" charset="0"/>
              </a:rPr>
              <a:t> - </a:t>
            </a:r>
            <a:r>
              <a:rPr lang="en-IN" sz="1100" dirty="0">
                <a:solidFill>
                  <a:schemeClr val="bg1"/>
                </a:solidFill>
              </a:rPr>
              <a:t>Python with additional packages like psycopg, pandas, PostgreSQL, AI LLM &amp; RAG (yet to be identified)</a:t>
            </a:r>
          </a:p>
          <a:p>
            <a:pPr>
              <a:spcBef>
                <a:spcPct val="0"/>
              </a:spcBef>
            </a:pPr>
            <a:endParaRPr lang="en-IN" sz="1100" dirty="0">
              <a:solidFill>
                <a:schemeClr val="bg1"/>
              </a:solidFill>
            </a:endParaRPr>
          </a:p>
          <a:p>
            <a:pPr marL="285750" indent="-285750">
              <a:spcBef>
                <a:spcPct val="0"/>
              </a:spcBef>
              <a:buFont typeface="Arial" panose="020B0604020202020204" pitchFamily="34" charset="0"/>
              <a:buChar char="•"/>
            </a:pPr>
            <a:r>
              <a:rPr lang="en-IN" sz="1200" b="1" dirty="0">
                <a:solidFill>
                  <a:srgbClr val="12ABDB"/>
                </a:solidFill>
                <a:latin typeface="Ubuntu" panose="020B0504030602030204" pitchFamily="34" charset="0"/>
              </a:rPr>
              <a:t>Benefits</a:t>
            </a:r>
            <a:r>
              <a:rPr lang="en-IN" sz="1100" b="1" dirty="0">
                <a:solidFill>
                  <a:srgbClr val="12ABDB"/>
                </a:solidFill>
                <a:latin typeface="Ubuntu" panose="020B0504030602030204" pitchFamily="34" charset="0"/>
              </a:rPr>
              <a:t> -</a:t>
            </a:r>
            <a:endParaRPr lang="en-IN" sz="1100" dirty="0">
              <a:solidFill>
                <a:schemeClr val="bg1"/>
              </a:solidFill>
            </a:endParaRPr>
          </a:p>
          <a:p>
            <a:pPr marL="742950" lvl="1" indent="-285750">
              <a:spcBef>
                <a:spcPct val="0"/>
              </a:spcBef>
              <a:buFont typeface="Arial" panose="020B0604020202020204" pitchFamily="34" charset="0"/>
              <a:buChar char="•"/>
            </a:pPr>
            <a:r>
              <a:rPr lang="en-IN" sz="1100" dirty="0">
                <a:solidFill>
                  <a:schemeClr val="bg1"/>
                </a:solidFill>
              </a:rPr>
              <a:t>Reduce analysis time from 20–30 minutes to under a minute</a:t>
            </a:r>
          </a:p>
          <a:p>
            <a:pPr marL="742950" lvl="1" indent="-285750">
              <a:spcBef>
                <a:spcPct val="0"/>
              </a:spcBef>
              <a:buFont typeface="Arial" panose="020B0604020202020204" pitchFamily="34" charset="0"/>
              <a:buChar char="•"/>
            </a:pPr>
            <a:r>
              <a:rPr lang="en-IN" sz="1100" dirty="0">
                <a:solidFill>
                  <a:schemeClr val="bg1"/>
                </a:solidFill>
              </a:rPr>
              <a:t>Automate DTC trend analysis across releases</a:t>
            </a:r>
          </a:p>
          <a:p>
            <a:pPr marL="742950" lvl="1" indent="-285750">
              <a:spcBef>
                <a:spcPct val="0"/>
              </a:spcBef>
              <a:buFont typeface="Arial" panose="020B0604020202020204" pitchFamily="34" charset="0"/>
              <a:buChar char="•"/>
            </a:pPr>
            <a:r>
              <a:rPr lang="en-IN" sz="1100" dirty="0">
                <a:solidFill>
                  <a:schemeClr val="bg1"/>
                </a:solidFill>
              </a:rPr>
              <a:t>Generate AI-assisted root cause recommendations</a:t>
            </a:r>
          </a:p>
          <a:p>
            <a:pPr marL="742950" lvl="1" indent="-285750">
              <a:spcBef>
                <a:spcPct val="0"/>
              </a:spcBef>
              <a:buFont typeface="Arial" panose="020B0604020202020204" pitchFamily="34" charset="0"/>
              <a:buChar char="•"/>
            </a:pPr>
            <a:r>
              <a:rPr lang="en-IN" sz="1100" dirty="0">
                <a:solidFill>
                  <a:schemeClr val="bg1"/>
                </a:solidFill>
              </a:rPr>
              <a:t>Correlate faults across interacting ECUs</a:t>
            </a:r>
          </a:p>
          <a:p>
            <a:pPr marL="742950" lvl="1" indent="-285750">
              <a:spcBef>
                <a:spcPct val="0"/>
              </a:spcBef>
              <a:buFont typeface="Arial" panose="020B0604020202020204" pitchFamily="34" charset="0"/>
              <a:buChar char="•"/>
            </a:pPr>
            <a:r>
              <a:rPr lang="en-IN" sz="1100" dirty="0">
                <a:solidFill>
                  <a:schemeClr val="bg1"/>
                </a:solidFill>
              </a:rPr>
              <a:t>Detect software regressions early</a:t>
            </a:r>
          </a:p>
          <a:p>
            <a:pPr marL="742950" lvl="1" indent="-285750">
              <a:spcBef>
                <a:spcPct val="0"/>
              </a:spcBef>
              <a:buFont typeface="Arial" panose="020B0604020202020204" pitchFamily="34" charset="0"/>
              <a:buChar char="•"/>
            </a:pPr>
            <a:r>
              <a:rPr lang="en-IN" sz="1100" dirty="0">
                <a:solidFill>
                  <a:schemeClr val="bg1"/>
                </a:solidFill>
              </a:rPr>
              <a:t>Enable predictive failure analysis</a:t>
            </a:r>
          </a:p>
          <a:p>
            <a:pPr marL="742950" lvl="1" indent="-285750">
              <a:spcBef>
                <a:spcPct val="0"/>
              </a:spcBef>
              <a:buFont typeface="Arial" panose="020B0604020202020204" pitchFamily="34" charset="0"/>
              <a:buChar char="•"/>
            </a:pPr>
            <a:r>
              <a:rPr lang="en-IN" sz="1100" dirty="0">
                <a:solidFill>
                  <a:schemeClr val="bg1"/>
                </a:solidFill>
              </a:rPr>
              <a:t>Scale for future service packs &amp; can be used across different departments </a:t>
            </a:r>
            <a:endParaRPr lang="en-US" sz="1100" dirty="0">
              <a:solidFill>
                <a:schemeClr val="bg1"/>
              </a:solidFill>
            </a:endParaRPr>
          </a:p>
          <a:p>
            <a:pPr marL="285750" indent="-285750" algn="l">
              <a:spcBef>
                <a:spcPct val="0"/>
              </a:spcBef>
              <a:buFont typeface="Wingdings" panose="05000000000000000000" pitchFamily="2" charset="2"/>
              <a:buChar char="ü"/>
            </a:pPr>
            <a:endParaRPr lang="en-US" sz="1400" dirty="0">
              <a:solidFill>
                <a:schemeClr val="bg1"/>
              </a:solidFill>
            </a:endParaRPr>
          </a:p>
        </p:txBody>
      </p:sp>
      <p:sp>
        <p:nvSpPr>
          <p:cNvPr id="13" name="Rectangle: Rounded Corners 12">
            <a:extLst>
              <a:ext uri="{FF2B5EF4-FFF2-40B4-BE49-F238E27FC236}">
                <a16:creationId xmlns:a16="http://schemas.microsoft.com/office/drawing/2014/main" id="{D66E3AA7-0730-B28C-6EB7-9E9C8426B8A7}"/>
              </a:ext>
            </a:extLst>
          </p:cNvPr>
          <p:cNvSpPr/>
          <p:nvPr/>
        </p:nvSpPr>
        <p:spPr>
          <a:xfrm>
            <a:off x="479376" y="836712"/>
            <a:ext cx="6085511" cy="4608512"/>
          </a:xfrm>
          <a:prstGeom prst="roundRect">
            <a:avLst/>
          </a:prstGeom>
          <a:no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400" dirty="0" err="1">
              <a:ln w="0"/>
              <a:solidFill>
                <a:schemeClr val="accent1"/>
              </a:solidFill>
              <a:effectLst>
                <a:outerShdw blurRad="38100" dist="25400" dir="5400000" algn="ctr" rotWithShape="0">
                  <a:srgbClr val="6E747A">
                    <a:alpha val="43000"/>
                  </a:srgbClr>
                </a:outerShdw>
              </a:effectLst>
            </a:endParaRPr>
          </a:p>
        </p:txBody>
      </p:sp>
      <p:sp>
        <p:nvSpPr>
          <p:cNvPr id="20" name="Rectangle: Rounded Corners 19">
            <a:extLst>
              <a:ext uri="{FF2B5EF4-FFF2-40B4-BE49-F238E27FC236}">
                <a16:creationId xmlns:a16="http://schemas.microsoft.com/office/drawing/2014/main" id="{4024F67C-576B-9D01-8BFB-CE74F2489489}"/>
              </a:ext>
            </a:extLst>
          </p:cNvPr>
          <p:cNvSpPr/>
          <p:nvPr/>
        </p:nvSpPr>
        <p:spPr>
          <a:xfrm>
            <a:off x="407851" y="620688"/>
            <a:ext cx="4914478" cy="5328592"/>
          </a:xfrm>
          <a:prstGeom prst="roundRect">
            <a:avLst/>
          </a:prstGeom>
          <a:noFill/>
          <a:ln w="2222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400" dirty="0" err="1">
              <a:solidFill>
                <a:schemeClr val="tx1"/>
              </a:solidFill>
            </a:endParaRPr>
          </a:p>
        </p:txBody>
      </p:sp>
      <p:sp>
        <p:nvSpPr>
          <p:cNvPr id="12" name="Titel 2">
            <a:extLst>
              <a:ext uri="{FF2B5EF4-FFF2-40B4-BE49-F238E27FC236}">
                <a16:creationId xmlns:a16="http://schemas.microsoft.com/office/drawing/2014/main" id="{CDBB9B78-CAAC-7F51-79B8-94BA28EA9C0D}"/>
              </a:ext>
            </a:extLst>
          </p:cNvPr>
          <p:cNvSpPr txBox="1">
            <a:spLocks/>
          </p:cNvSpPr>
          <p:nvPr/>
        </p:nvSpPr>
        <p:spPr>
          <a:xfrm>
            <a:off x="398246" y="186379"/>
            <a:ext cx="10947772" cy="275841"/>
          </a:xfrm>
          <a:prstGeom prst="rect">
            <a:avLst/>
          </a:prstGeom>
        </p:spPr>
        <p:txBody>
          <a:bodyPr vert="horz" wrap="square" lIns="0" tIns="0" rIns="0" bIns="0" rtlCol="0" anchor="b" anchorCtr="0">
            <a:noAutofit/>
          </a:bodyPr>
          <a:lstStyle>
            <a:lvl1pPr marL="0" marR="0" indent="0" algn="l" defTabSz="914400" rtl="0" eaLnBrk="1" fontAlgn="auto" latinLnBrk="0" hangingPunct="1">
              <a:lnSpc>
                <a:spcPct val="90000"/>
              </a:lnSpc>
              <a:spcBef>
                <a:spcPct val="0"/>
              </a:spcBef>
              <a:spcAft>
                <a:spcPts val="0"/>
              </a:spcAft>
              <a:buClrTx/>
              <a:buSzTx/>
              <a:buFontTx/>
              <a:buNone/>
              <a:tabLst>
                <a:tab pos="1258888" algn="l"/>
              </a:tabLst>
              <a:defRPr kumimoji="0" lang="en-US" sz="5400" b="0" i="0" u="none" strike="noStrike" kern="1200" cap="none" spc="0" normalizeH="0" baseline="0" noProof="0">
                <a:ln>
                  <a:noFill/>
                </a:ln>
                <a:solidFill>
                  <a:schemeClr val="bg1"/>
                </a:solidFill>
                <a:effectLst/>
                <a:uLnTx/>
                <a:uFillTx/>
                <a:latin typeface="+mj-lt"/>
                <a:ea typeface="+mj-ea"/>
                <a:cs typeface="+mj-cs"/>
              </a:defRPr>
            </a:lvl1pPr>
          </a:lstStyle>
          <a:p>
            <a:r>
              <a:rPr lang="en-US" sz="2400" dirty="0"/>
              <a:t>BMW AI use case for Check-in readings</a:t>
            </a:r>
            <a:endParaRPr lang="en-IN" sz="2400" dirty="0"/>
          </a:p>
        </p:txBody>
      </p:sp>
      <p:sp>
        <p:nvSpPr>
          <p:cNvPr id="26" name="Rectangle: Rounded Corners 25">
            <a:extLst>
              <a:ext uri="{FF2B5EF4-FFF2-40B4-BE49-F238E27FC236}">
                <a16:creationId xmlns:a16="http://schemas.microsoft.com/office/drawing/2014/main" id="{1102F1A6-8E8A-0548-2B42-9F07945CEA64}"/>
              </a:ext>
            </a:extLst>
          </p:cNvPr>
          <p:cNvSpPr/>
          <p:nvPr/>
        </p:nvSpPr>
        <p:spPr>
          <a:xfrm>
            <a:off x="5484765" y="620688"/>
            <a:ext cx="6408712" cy="2736304"/>
          </a:xfrm>
          <a:prstGeom prst="roundRect">
            <a:avLst/>
          </a:prstGeom>
          <a:noFill/>
          <a:ln w="2222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400" dirty="0" err="1">
              <a:solidFill>
                <a:schemeClr val="tx1"/>
              </a:solidFill>
            </a:endParaRPr>
          </a:p>
        </p:txBody>
      </p:sp>
      <p:sp>
        <p:nvSpPr>
          <p:cNvPr id="28" name="TextBox 27">
            <a:extLst>
              <a:ext uri="{FF2B5EF4-FFF2-40B4-BE49-F238E27FC236}">
                <a16:creationId xmlns:a16="http://schemas.microsoft.com/office/drawing/2014/main" id="{7549121B-4220-F5E8-497B-7A75B301A9C3}"/>
              </a:ext>
            </a:extLst>
          </p:cNvPr>
          <p:cNvSpPr txBox="1"/>
          <p:nvPr/>
        </p:nvSpPr>
        <p:spPr>
          <a:xfrm>
            <a:off x="5772797" y="728479"/>
            <a:ext cx="2160240" cy="256097"/>
          </a:xfrm>
          <a:prstGeom prst="rect">
            <a:avLst/>
          </a:prstGeom>
          <a:noFill/>
          <a:ln>
            <a:noFill/>
          </a:ln>
        </p:spPr>
        <p:txBody>
          <a:bodyPr vert="horz" wrap="square" lIns="90000" tIns="46800" rIns="90000" bIns="46800" rtlCol="0" anchor="ctr">
            <a:spAutoFit/>
          </a:bodyPr>
          <a:lstStyle/>
          <a:p>
            <a:pPr>
              <a:spcBef>
                <a:spcPct val="0"/>
              </a:spcBef>
            </a:pPr>
            <a:r>
              <a:rPr lang="en-IN" sz="1050" b="1" dirty="0">
                <a:solidFill>
                  <a:srgbClr val="12ABDB"/>
                </a:solidFill>
                <a:latin typeface="Ubuntu" panose="020B0504030602030204" pitchFamily="34" charset="0"/>
              </a:rPr>
              <a:t>Technical block diagram -</a:t>
            </a:r>
            <a:endParaRPr lang="en-US" sz="1050" dirty="0">
              <a:solidFill>
                <a:schemeClr val="bg1"/>
              </a:solidFill>
            </a:endParaRPr>
          </a:p>
        </p:txBody>
      </p:sp>
      <p:pic>
        <p:nvPicPr>
          <p:cNvPr id="30" name="Picture 29">
            <a:extLst>
              <a:ext uri="{FF2B5EF4-FFF2-40B4-BE49-F238E27FC236}">
                <a16:creationId xmlns:a16="http://schemas.microsoft.com/office/drawing/2014/main" id="{AC57DDCB-733C-B3A2-D913-242E88A32057}"/>
              </a:ext>
            </a:extLst>
          </p:cNvPr>
          <p:cNvPicPr>
            <a:picLocks noChangeAspect="1"/>
          </p:cNvPicPr>
          <p:nvPr/>
        </p:nvPicPr>
        <p:blipFill>
          <a:blip r:embed="rId3"/>
          <a:stretch>
            <a:fillRect/>
          </a:stretch>
        </p:blipFill>
        <p:spPr>
          <a:xfrm>
            <a:off x="5700789" y="1042536"/>
            <a:ext cx="5995083" cy="2170440"/>
          </a:xfrm>
          <a:prstGeom prst="rect">
            <a:avLst/>
          </a:prstGeom>
        </p:spPr>
      </p:pic>
      <p:sp>
        <p:nvSpPr>
          <p:cNvPr id="35" name="Rectangle: Rounded Corners 34">
            <a:extLst>
              <a:ext uri="{FF2B5EF4-FFF2-40B4-BE49-F238E27FC236}">
                <a16:creationId xmlns:a16="http://schemas.microsoft.com/office/drawing/2014/main" id="{3B5604CE-92BD-0327-BD4E-9C1B08A6713D}"/>
              </a:ext>
            </a:extLst>
          </p:cNvPr>
          <p:cNvSpPr/>
          <p:nvPr/>
        </p:nvSpPr>
        <p:spPr>
          <a:xfrm>
            <a:off x="5502771" y="3429000"/>
            <a:ext cx="6408712" cy="2520280"/>
          </a:xfrm>
          <a:prstGeom prst="roundRect">
            <a:avLst/>
          </a:prstGeom>
          <a:noFill/>
          <a:ln w="2222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400" dirty="0" err="1">
              <a:solidFill>
                <a:schemeClr val="tx1"/>
              </a:solidFill>
            </a:endParaRPr>
          </a:p>
        </p:txBody>
      </p:sp>
      <p:graphicFrame>
        <p:nvGraphicFramePr>
          <p:cNvPr id="36" name="Table 35">
            <a:extLst>
              <a:ext uri="{FF2B5EF4-FFF2-40B4-BE49-F238E27FC236}">
                <a16:creationId xmlns:a16="http://schemas.microsoft.com/office/drawing/2014/main" id="{134D0CC9-6C51-24F3-AEDE-95B792211E82}"/>
              </a:ext>
            </a:extLst>
          </p:cNvPr>
          <p:cNvGraphicFramePr>
            <a:graphicFrameLocks noGrp="1"/>
          </p:cNvGraphicFramePr>
          <p:nvPr>
            <p:extLst>
              <p:ext uri="{D42A27DB-BD31-4B8C-83A1-F6EECF244321}">
                <p14:modId xmlns:p14="http://schemas.microsoft.com/office/powerpoint/2010/main" val="1183371073"/>
              </p:ext>
            </p:extLst>
          </p:nvPr>
        </p:nvGraphicFramePr>
        <p:xfrm>
          <a:off x="5741157" y="3714984"/>
          <a:ext cx="5954715" cy="2042160"/>
        </p:xfrm>
        <a:graphic>
          <a:graphicData uri="http://schemas.openxmlformats.org/drawingml/2006/table">
            <a:tbl>
              <a:tblPr firstRow="1" bandRow="1">
                <a:tableStyleId>{5C22544A-7EE6-4342-B048-85BDC9FD1C3A}</a:tableStyleId>
              </a:tblPr>
              <a:tblGrid>
                <a:gridCol w="570867">
                  <a:extLst>
                    <a:ext uri="{9D8B030D-6E8A-4147-A177-3AD203B41FA5}">
                      <a16:colId xmlns:a16="http://schemas.microsoft.com/office/drawing/2014/main" val="3172493116"/>
                    </a:ext>
                  </a:extLst>
                </a:gridCol>
                <a:gridCol w="3024336">
                  <a:extLst>
                    <a:ext uri="{9D8B030D-6E8A-4147-A177-3AD203B41FA5}">
                      <a16:colId xmlns:a16="http://schemas.microsoft.com/office/drawing/2014/main" val="4030584262"/>
                    </a:ext>
                  </a:extLst>
                </a:gridCol>
                <a:gridCol w="720080">
                  <a:extLst>
                    <a:ext uri="{9D8B030D-6E8A-4147-A177-3AD203B41FA5}">
                      <a16:colId xmlns:a16="http://schemas.microsoft.com/office/drawing/2014/main" val="3129178953"/>
                    </a:ext>
                  </a:extLst>
                </a:gridCol>
                <a:gridCol w="1639432">
                  <a:extLst>
                    <a:ext uri="{9D8B030D-6E8A-4147-A177-3AD203B41FA5}">
                      <a16:colId xmlns:a16="http://schemas.microsoft.com/office/drawing/2014/main" val="311526954"/>
                    </a:ext>
                  </a:extLst>
                </a:gridCol>
              </a:tblGrid>
              <a:tr h="235753">
                <a:tc>
                  <a:txBody>
                    <a:bodyPr/>
                    <a:lstStyle/>
                    <a:p>
                      <a:r>
                        <a:rPr lang="en-US" sz="1200" dirty="0"/>
                        <a:t>Step</a:t>
                      </a:r>
                      <a:endParaRPr lang="en-IN" sz="1200" dirty="0"/>
                    </a:p>
                  </a:txBody>
                  <a:tcPr/>
                </a:tc>
                <a:tc>
                  <a:txBody>
                    <a:bodyPr/>
                    <a:lstStyle/>
                    <a:p>
                      <a:r>
                        <a:rPr lang="en-US" sz="1200" b="1" kern="1200" dirty="0">
                          <a:solidFill>
                            <a:schemeClr val="lt1"/>
                          </a:solidFill>
                          <a:latin typeface="+mn-lt"/>
                          <a:ea typeface="+mn-ea"/>
                          <a:cs typeface="+mn-cs"/>
                        </a:rPr>
                        <a:t>Details</a:t>
                      </a:r>
                      <a:endParaRPr lang="en-IN" sz="1200" b="1" kern="1200" dirty="0">
                        <a:solidFill>
                          <a:schemeClr val="lt1"/>
                        </a:solidFill>
                        <a:latin typeface="+mn-lt"/>
                        <a:ea typeface="+mn-ea"/>
                        <a:cs typeface="+mn-cs"/>
                      </a:endParaRPr>
                    </a:p>
                  </a:txBody>
                  <a:tcPr/>
                </a:tc>
                <a:tc>
                  <a:txBody>
                    <a:bodyPr/>
                    <a:lstStyle/>
                    <a:p>
                      <a:pPr marL="0" algn="l" defTabSz="914400" rtl="0" eaLnBrk="1" latinLnBrk="0" hangingPunct="1"/>
                      <a:r>
                        <a:rPr lang="en-US" sz="1200" b="1" kern="1200" dirty="0">
                          <a:solidFill>
                            <a:schemeClr val="lt1"/>
                          </a:solidFill>
                          <a:latin typeface="+mn-lt"/>
                          <a:ea typeface="+mn-ea"/>
                          <a:cs typeface="+mn-cs"/>
                        </a:rPr>
                        <a:t>Status</a:t>
                      </a:r>
                      <a:endParaRPr lang="en-IN" sz="1200" b="1" kern="1200" dirty="0">
                        <a:solidFill>
                          <a:schemeClr val="lt1"/>
                        </a:solidFill>
                        <a:latin typeface="+mn-lt"/>
                        <a:ea typeface="+mn-ea"/>
                        <a:cs typeface="+mn-cs"/>
                      </a:endParaRPr>
                    </a:p>
                  </a:txBody>
                  <a:tcPr/>
                </a:tc>
                <a:tc>
                  <a:txBody>
                    <a:bodyPr/>
                    <a:lstStyle/>
                    <a:p>
                      <a:r>
                        <a:rPr lang="en-US" sz="1200" b="1" kern="1200" dirty="0">
                          <a:solidFill>
                            <a:schemeClr val="lt1"/>
                          </a:solidFill>
                          <a:latin typeface="+mn-lt"/>
                          <a:ea typeface="+mn-ea"/>
                          <a:cs typeface="+mn-cs"/>
                        </a:rPr>
                        <a:t>Plan</a:t>
                      </a:r>
                      <a:endParaRPr lang="en-IN" sz="1200" b="1" kern="1200" dirty="0">
                        <a:solidFill>
                          <a:schemeClr val="lt1"/>
                        </a:solidFill>
                        <a:latin typeface="+mn-lt"/>
                        <a:ea typeface="+mn-ea"/>
                        <a:cs typeface="+mn-cs"/>
                      </a:endParaRPr>
                    </a:p>
                  </a:txBody>
                  <a:tcPr/>
                </a:tc>
                <a:extLst>
                  <a:ext uri="{0D108BD9-81ED-4DB2-BD59-A6C34878D82A}">
                    <a16:rowId xmlns:a16="http://schemas.microsoft.com/office/drawing/2014/main" val="1153806119"/>
                  </a:ext>
                </a:extLst>
              </a:tr>
              <a:tr h="210892">
                <a:tc>
                  <a:txBody>
                    <a:bodyPr/>
                    <a:lstStyle/>
                    <a:p>
                      <a:r>
                        <a:rPr lang="en-US" sz="800" dirty="0"/>
                        <a:t>1</a:t>
                      </a:r>
                      <a:endParaRPr lang="en-IN" sz="800" dirty="0"/>
                    </a:p>
                  </a:txBody>
                  <a:tcPr/>
                </a:tc>
                <a:tc>
                  <a:txBody>
                    <a:bodyPr/>
                    <a:lstStyle/>
                    <a:p>
                      <a:r>
                        <a:rPr lang="en-IN" sz="800" dirty="0"/>
                        <a:t>Create dummy check-in files</a:t>
                      </a:r>
                    </a:p>
                  </a:txBody>
                  <a:tcPr/>
                </a:tc>
                <a:tc>
                  <a:txBody>
                    <a:bodyPr/>
                    <a:lstStyle/>
                    <a:p>
                      <a:r>
                        <a:rPr lang="en-US" sz="800" dirty="0"/>
                        <a:t>Completed</a:t>
                      </a:r>
                      <a:endParaRPr lang="en-IN" sz="800" dirty="0"/>
                    </a:p>
                  </a:txBody>
                  <a:tcPr/>
                </a:tc>
                <a:tc>
                  <a:txBody>
                    <a:bodyPr/>
                    <a:lstStyle/>
                    <a:p>
                      <a:endParaRPr lang="en-IN" sz="800" dirty="0"/>
                    </a:p>
                  </a:txBody>
                  <a:tcPr/>
                </a:tc>
                <a:extLst>
                  <a:ext uri="{0D108BD9-81ED-4DB2-BD59-A6C34878D82A}">
                    <a16:rowId xmlns:a16="http://schemas.microsoft.com/office/drawing/2014/main" val="232940726"/>
                  </a:ext>
                </a:extLst>
              </a:tr>
              <a:tr h="277632">
                <a:tc>
                  <a:txBody>
                    <a:bodyPr/>
                    <a:lstStyle/>
                    <a:p>
                      <a:r>
                        <a:rPr lang="en-US" sz="800" dirty="0"/>
                        <a:t>2</a:t>
                      </a:r>
                      <a:endParaRPr lang="en-IN" sz="800" dirty="0"/>
                    </a:p>
                  </a:txBody>
                  <a:tcPr/>
                </a:tc>
                <a:tc>
                  <a:txBody>
                    <a:bodyPr/>
                    <a:lstStyle/>
                    <a:p>
                      <a:r>
                        <a:rPr lang="en-IN" sz="800" dirty="0"/>
                        <a:t>Develop initial python parser that can store important check-in fields into a CSV file</a:t>
                      </a:r>
                    </a:p>
                  </a:txBody>
                  <a:tcPr/>
                </a:tc>
                <a:tc>
                  <a:txBody>
                    <a:bodyPr/>
                    <a:lstStyle/>
                    <a:p>
                      <a:r>
                        <a:rPr lang="en-US" sz="800" dirty="0"/>
                        <a:t>Completed</a:t>
                      </a:r>
                      <a:endParaRPr lang="en-IN" sz="800" dirty="0"/>
                    </a:p>
                  </a:txBody>
                  <a:tcPr/>
                </a:tc>
                <a:tc>
                  <a:txBody>
                    <a:bodyPr/>
                    <a:lstStyle/>
                    <a:p>
                      <a:endParaRPr lang="en-IN" sz="800"/>
                    </a:p>
                  </a:txBody>
                  <a:tcPr/>
                </a:tc>
                <a:extLst>
                  <a:ext uri="{0D108BD9-81ED-4DB2-BD59-A6C34878D82A}">
                    <a16:rowId xmlns:a16="http://schemas.microsoft.com/office/drawing/2014/main" val="2711342436"/>
                  </a:ext>
                </a:extLst>
              </a:tr>
              <a:tr h="209558">
                <a:tc>
                  <a:txBody>
                    <a:bodyPr/>
                    <a:lstStyle/>
                    <a:p>
                      <a:r>
                        <a:rPr lang="en-US" sz="800" dirty="0"/>
                        <a:t>3</a:t>
                      </a:r>
                      <a:endParaRPr lang="en-IN" sz="800" dirty="0"/>
                    </a:p>
                  </a:txBody>
                  <a:tcPr/>
                </a:tc>
                <a:tc>
                  <a:txBody>
                    <a:bodyPr/>
                    <a:lstStyle/>
                    <a:p>
                      <a:r>
                        <a:rPr lang="en-IN" sz="800" dirty="0"/>
                        <a:t>Install the PostgreSQL DB &amp; enhance</a:t>
                      </a:r>
                      <a:r>
                        <a:rPr lang="en-US" sz="800" dirty="0"/>
                        <a:t> the python script to push the data into DB</a:t>
                      </a:r>
                      <a:endParaRPr lang="en-IN" sz="800" dirty="0"/>
                    </a:p>
                  </a:txBody>
                  <a:tcPr/>
                </a:tc>
                <a:tc>
                  <a:txBody>
                    <a:bodyPr/>
                    <a:lstStyle/>
                    <a:p>
                      <a:r>
                        <a:rPr lang="en-US" sz="800" dirty="0"/>
                        <a:t>Partially completed</a:t>
                      </a:r>
                      <a:endParaRPr lang="en-IN" sz="800" dirty="0"/>
                    </a:p>
                  </a:txBody>
                  <a:tcPr/>
                </a:tc>
                <a:tc>
                  <a:txBody>
                    <a:bodyPr/>
                    <a:lstStyle/>
                    <a:p>
                      <a:r>
                        <a:rPr lang="en-IN" sz="800" b="0" dirty="0"/>
                        <a:t>Tentative – 22</a:t>
                      </a:r>
                      <a:r>
                        <a:rPr lang="en-IN" sz="800" b="0" baseline="30000" dirty="0"/>
                        <a:t>nd</a:t>
                      </a:r>
                      <a:r>
                        <a:rPr lang="en-IN" sz="800" b="0" dirty="0"/>
                        <a:t> July 2026</a:t>
                      </a:r>
                    </a:p>
                  </a:txBody>
                  <a:tcPr/>
                </a:tc>
                <a:extLst>
                  <a:ext uri="{0D108BD9-81ED-4DB2-BD59-A6C34878D82A}">
                    <a16:rowId xmlns:a16="http://schemas.microsoft.com/office/drawing/2014/main" val="1735535635"/>
                  </a:ext>
                </a:extLst>
              </a:tr>
              <a:tr h="209558">
                <a:tc>
                  <a:txBody>
                    <a:bodyPr/>
                    <a:lstStyle/>
                    <a:p>
                      <a:r>
                        <a:rPr lang="en-US" sz="800" dirty="0"/>
                        <a:t>4</a:t>
                      </a:r>
                      <a:endParaRPr lang="en-IN" sz="800" dirty="0"/>
                    </a:p>
                  </a:txBody>
                  <a:tcPr/>
                </a:tc>
                <a:tc>
                  <a:txBody>
                    <a:bodyPr/>
                    <a:lstStyle/>
                    <a:p>
                      <a:r>
                        <a:rPr lang="en-IN" sz="800" dirty="0"/>
                        <a:t>Verify that the database is responding as expected for the different queries</a:t>
                      </a:r>
                    </a:p>
                  </a:txBody>
                  <a:tcPr/>
                </a:tc>
                <a:tc>
                  <a:txBody>
                    <a:bodyPr/>
                    <a:lstStyle/>
                    <a:p>
                      <a:r>
                        <a:rPr lang="en-US" sz="800" dirty="0"/>
                        <a:t>Pending</a:t>
                      </a:r>
                      <a:endParaRPr lang="en-IN" sz="800" dirty="0"/>
                    </a:p>
                  </a:txBody>
                  <a:tcPr/>
                </a:tc>
                <a:tc>
                  <a:txBody>
                    <a:bodyPr/>
                    <a:lstStyle/>
                    <a:p>
                      <a:r>
                        <a:rPr lang="en-IN" sz="800" b="0" dirty="0"/>
                        <a:t>Tentative – 24</a:t>
                      </a:r>
                      <a:r>
                        <a:rPr lang="en-IN" sz="800" b="0" baseline="30000" dirty="0"/>
                        <a:t>th</a:t>
                      </a:r>
                      <a:r>
                        <a:rPr lang="en-IN" sz="800" b="0" dirty="0"/>
                        <a:t> July 2026</a:t>
                      </a:r>
                    </a:p>
                  </a:txBody>
                  <a:tcPr/>
                </a:tc>
                <a:extLst>
                  <a:ext uri="{0D108BD9-81ED-4DB2-BD59-A6C34878D82A}">
                    <a16:rowId xmlns:a16="http://schemas.microsoft.com/office/drawing/2014/main" val="4032749986"/>
                  </a:ext>
                </a:extLst>
              </a:tr>
              <a:tr h="209558">
                <a:tc>
                  <a:txBody>
                    <a:bodyPr/>
                    <a:lstStyle/>
                    <a:p>
                      <a:r>
                        <a:rPr lang="en-US" sz="800" dirty="0"/>
                        <a:t>5</a:t>
                      </a:r>
                      <a:endParaRPr lang="en-IN" sz="800" dirty="0"/>
                    </a:p>
                  </a:txBody>
                  <a:tcPr/>
                </a:tc>
                <a:tc>
                  <a:txBody>
                    <a:bodyPr/>
                    <a:lstStyle/>
                    <a:p>
                      <a:r>
                        <a:rPr lang="en-IN" sz="800" dirty="0"/>
                        <a:t>Develop AI knowledge base for DTC definitions, ECU interactions etc.</a:t>
                      </a:r>
                    </a:p>
                  </a:txBody>
                  <a:tcPr/>
                </a:tc>
                <a:tc>
                  <a:txBody>
                    <a:bodyPr/>
                    <a:lstStyle/>
                    <a:p>
                      <a:r>
                        <a:rPr lang="en-US" sz="800" dirty="0"/>
                        <a:t>Pending</a:t>
                      </a:r>
                      <a:endParaRPr lang="en-IN"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dirty="0"/>
                        <a:t>Tentative – 28</a:t>
                      </a:r>
                      <a:r>
                        <a:rPr lang="en-IN" sz="800" b="0" baseline="30000" dirty="0"/>
                        <a:t>th</a:t>
                      </a:r>
                      <a:r>
                        <a:rPr lang="en-IN" sz="800" b="0" dirty="0"/>
                        <a:t> July 2026</a:t>
                      </a:r>
                    </a:p>
                  </a:txBody>
                  <a:tcPr/>
                </a:tc>
                <a:extLst>
                  <a:ext uri="{0D108BD9-81ED-4DB2-BD59-A6C34878D82A}">
                    <a16:rowId xmlns:a16="http://schemas.microsoft.com/office/drawing/2014/main" val="2025664319"/>
                  </a:ext>
                </a:extLst>
              </a:tr>
              <a:tr h="209558">
                <a:tc>
                  <a:txBody>
                    <a:bodyPr/>
                    <a:lstStyle/>
                    <a:p>
                      <a:r>
                        <a:rPr lang="en-US" sz="800" dirty="0"/>
                        <a:t>6</a:t>
                      </a:r>
                      <a:endParaRPr lang="en-IN" sz="800" dirty="0"/>
                    </a:p>
                  </a:txBody>
                  <a:tcPr/>
                </a:tc>
                <a:tc>
                  <a:txBody>
                    <a:bodyPr/>
                    <a:lstStyle/>
                    <a:p>
                      <a:r>
                        <a:rPr lang="en-IN" sz="800" dirty="0"/>
                        <a:t>Use LLM with RAG to get diagnostics insights</a:t>
                      </a:r>
                    </a:p>
                  </a:txBody>
                  <a:tcPr/>
                </a:tc>
                <a:tc>
                  <a:txBody>
                    <a:bodyPr/>
                    <a:lstStyle/>
                    <a:p>
                      <a:r>
                        <a:rPr lang="en-US" sz="800" dirty="0"/>
                        <a:t>Pending</a:t>
                      </a:r>
                      <a:endParaRPr lang="en-IN"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dirty="0"/>
                        <a:t>Tentative – 31</a:t>
                      </a:r>
                      <a:r>
                        <a:rPr lang="en-IN" sz="800" b="0" baseline="30000" dirty="0"/>
                        <a:t>st</a:t>
                      </a:r>
                      <a:r>
                        <a:rPr lang="en-IN" sz="800" b="0" dirty="0"/>
                        <a:t> July 2026</a:t>
                      </a:r>
                    </a:p>
                  </a:txBody>
                  <a:tcPr/>
                </a:tc>
                <a:extLst>
                  <a:ext uri="{0D108BD9-81ED-4DB2-BD59-A6C34878D82A}">
                    <a16:rowId xmlns:a16="http://schemas.microsoft.com/office/drawing/2014/main" val="3016296466"/>
                  </a:ext>
                </a:extLst>
              </a:tr>
            </a:tbl>
          </a:graphicData>
        </a:graphic>
      </p:graphicFrame>
      <p:sp>
        <p:nvSpPr>
          <p:cNvPr id="39" name="TextBox 38">
            <a:extLst>
              <a:ext uri="{FF2B5EF4-FFF2-40B4-BE49-F238E27FC236}">
                <a16:creationId xmlns:a16="http://schemas.microsoft.com/office/drawing/2014/main" id="{358757A3-60B1-0998-F2B7-6F36C601B86F}"/>
              </a:ext>
            </a:extLst>
          </p:cNvPr>
          <p:cNvSpPr txBox="1"/>
          <p:nvPr/>
        </p:nvSpPr>
        <p:spPr>
          <a:xfrm>
            <a:off x="5758301" y="3422883"/>
            <a:ext cx="2160240" cy="256097"/>
          </a:xfrm>
          <a:prstGeom prst="rect">
            <a:avLst/>
          </a:prstGeom>
          <a:noFill/>
          <a:ln>
            <a:noFill/>
          </a:ln>
        </p:spPr>
        <p:txBody>
          <a:bodyPr vert="horz" wrap="square" lIns="90000" tIns="46800" rIns="90000" bIns="46800" rtlCol="0" anchor="ctr">
            <a:spAutoFit/>
          </a:bodyPr>
          <a:lstStyle/>
          <a:p>
            <a:pPr>
              <a:spcBef>
                <a:spcPct val="0"/>
              </a:spcBef>
            </a:pPr>
            <a:r>
              <a:rPr lang="en-IN" sz="1050" b="1" dirty="0">
                <a:solidFill>
                  <a:srgbClr val="12ABDB"/>
                </a:solidFill>
                <a:latin typeface="Ubuntu" panose="020B0504030602030204" pitchFamily="34" charset="0"/>
              </a:rPr>
              <a:t>Tentative execution plan -</a:t>
            </a:r>
            <a:endParaRPr lang="en-US" sz="1050" dirty="0">
              <a:solidFill>
                <a:schemeClr val="bg1"/>
              </a:solidFill>
            </a:endParaRPr>
          </a:p>
        </p:txBody>
      </p:sp>
    </p:spTree>
    <p:extLst>
      <p:ext uri="{BB962C8B-B14F-4D97-AF65-F5344CB8AC3E}">
        <p14:creationId xmlns:p14="http://schemas.microsoft.com/office/powerpoint/2010/main" val="28310630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Shape 02-Vibrant Blue" descr="A picture containing light, dark&#10;&#10;Description automatically generated">
            <a:extLst>
              <a:ext uri="{FF2B5EF4-FFF2-40B4-BE49-F238E27FC236}">
                <a16:creationId xmlns:a16="http://schemas.microsoft.com/office/drawing/2014/main" id="{82321FBA-9126-4CE3-85AE-F46EBAC0B1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80771" y="1001031"/>
            <a:ext cx="8816231" cy="4210732"/>
          </a:xfrm>
          <a:prstGeom prst="rect">
            <a:avLst/>
          </a:prstGeom>
        </p:spPr>
      </p:pic>
      <p:sp>
        <p:nvSpPr>
          <p:cNvPr id="12" name="Subtitle 11">
            <a:extLst>
              <a:ext uri="{FF2B5EF4-FFF2-40B4-BE49-F238E27FC236}">
                <a16:creationId xmlns:a16="http://schemas.microsoft.com/office/drawing/2014/main" id="{D6FB26B8-F14B-4E9A-8E4A-83A5389E8665}"/>
              </a:ext>
            </a:extLst>
          </p:cNvPr>
          <p:cNvSpPr>
            <a:spLocks noGrp="1"/>
          </p:cNvSpPr>
          <p:nvPr>
            <p:ph type="subTitle" idx="1"/>
          </p:nvPr>
        </p:nvSpPr>
        <p:spPr/>
        <p:txBody>
          <a:bodyPr/>
          <a:lstStyle/>
          <a:p>
            <a:r>
              <a:rPr lang="en-GB"/>
              <a:t>capgemini.com</a:t>
            </a:r>
          </a:p>
        </p:txBody>
      </p:sp>
      <p:sp>
        <p:nvSpPr>
          <p:cNvPr id="3" name="Text Placeholder 2">
            <a:extLst>
              <a:ext uri="{FF2B5EF4-FFF2-40B4-BE49-F238E27FC236}">
                <a16:creationId xmlns:a16="http://schemas.microsoft.com/office/drawing/2014/main" id="{F84584AC-DBBE-4B47-9A7E-7A7C2D8CF196}"/>
              </a:ext>
            </a:extLst>
          </p:cNvPr>
          <p:cNvSpPr>
            <a:spLocks noGrp="1"/>
          </p:cNvSpPr>
          <p:nvPr>
            <p:ph type="body" sz="quarter" idx="10"/>
          </p:nvPr>
        </p:nvSpPr>
        <p:spPr>
          <a:xfrm>
            <a:off x="2819400" y="1644650"/>
            <a:ext cx="8547100" cy="3567113"/>
          </a:xfrm>
        </p:spPr>
        <p:txBody>
          <a:bodyPr/>
          <a:lstStyle/>
          <a:p>
            <a:r>
              <a:rPr lang="en-GB"/>
              <a:t>GET THE</a:t>
            </a:r>
            <a:br>
              <a:rPr lang="en-GB"/>
            </a:br>
            <a:r>
              <a:rPr lang="en-GB"/>
              <a:t>		FUTURE</a:t>
            </a:r>
            <a:br>
              <a:rPr lang="en-GB"/>
            </a:br>
            <a:r>
              <a:rPr lang="en-GB"/>
              <a:t>	YOU WANT</a:t>
            </a:r>
          </a:p>
        </p:txBody>
      </p:sp>
    </p:spTree>
    <p:extLst>
      <p:ext uri="{BB962C8B-B14F-4D97-AF65-F5344CB8AC3E}">
        <p14:creationId xmlns:p14="http://schemas.microsoft.com/office/powerpoint/2010/main" val="1416595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xml><?xml version="1.0" encoding="utf-8"?>
<p:tagLst xmlns:a="http://schemas.openxmlformats.org/drawingml/2006/main" xmlns:r="http://schemas.openxmlformats.org/officeDocument/2006/relationships" xmlns:p="http://schemas.openxmlformats.org/presentationml/2006/main">
  <p:tag name="SHAPENAME" val="3. Subtitl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4.oZbb0sXNdu8BCibsgsUw"/>
</p:tagLst>
</file>

<file path=ppt/tags/tag1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5.xml><?xml version="1.0" encoding="utf-8"?>
<p:tagLst xmlns:a="http://schemas.openxmlformats.org/drawingml/2006/main" xmlns:r="http://schemas.openxmlformats.org/officeDocument/2006/relationships" xmlns:p="http://schemas.openxmlformats.org/presentationml/2006/main">
  <p:tag name="SHAPENAME" val="3. Subtitle"/>
</p:tagLst>
</file>

<file path=ppt/tags/tag16.xml><?xml version="1.0" encoding="utf-8"?>
<p:tagLst xmlns:a="http://schemas.openxmlformats.org/drawingml/2006/main" xmlns:r="http://schemas.openxmlformats.org/officeDocument/2006/relationships" xmlns:p="http://schemas.openxmlformats.org/presentationml/2006/main">
  <p:tag name="SHAPENAME" val="5. Sourc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4.oZbb0sXNdu8BCibsgsUw"/>
</p:tagLst>
</file>

<file path=ppt/tags/tag1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0.xml><?xml version="1.0" encoding="utf-8"?>
<p:tagLst xmlns:a="http://schemas.openxmlformats.org/drawingml/2006/main" xmlns:r="http://schemas.openxmlformats.org/officeDocument/2006/relationships" xmlns:p="http://schemas.openxmlformats.org/presentationml/2006/main">
  <p:tag name="SHAPENAME" val="3. Subtitle"/>
</p:tagLst>
</file>

<file path=ppt/tags/tag21.xml><?xml version="1.0" encoding="utf-8"?>
<p:tagLst xmlns:a="http://schemas.openxmlformats.org/drawingml/2006/main" xmlns:r="http://schemas.openxmlformats.org/officeDocument/2006/relationships" xmlns:p="http://schemas.openxmlformats.org/presentationml/2006/main">
  <p:tag name="SHAPENAME" val="5. Source"/>
</p:tagLst>
</file>

<file path=ppt/tags/tag22.xml><?xml version="1.0" encoding="utf-8"?>
<p:tagLst xmlns:a="http://schemas.openxmlformats.org/drawingml/2006/main" xmlns:r="http://schemas.openxmlformats.org/officeDocument/2006/relationships" xmlns:p="http://schemas.openxmlformats.org/presentationml/2006/main">
  <p:tag name="NAME" val="McK Disclaimer"/>
  <p:tag name="LLEFT" val=" 210.125"/>
  <p:tag name="LTOP" val=" 469.875"/>
  <p:tag name="THINKCELLSHAPEDONOTDELETE" val="pUR36y9UJuUiaUaJyJ9YFCA"/>
  <p:tag name="RESIZE" val="Yes"/>
</p:tagLst>
</file>

<file path=ppt/theme/theme1.xml><?xml version="1.0" encoding="utf-8"?>
<a:theme xmlns:a="http://schemas.openxmlformats.org/drawingml/2006/main" name="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9" id="{8B87859F-8882-4D58-BBE6-26B003739F00}" vid="{23D1FD3C-F867-41B0-98CF-F6DF99F4D09F}"/>
    </a:ext>
  </a:extLst>
</a:theme>
</file>

<file path=ppt/theme/theme2.xml><?xml version="1.0" encoding="utf-8"?>
<a:theme xmlns:a="http://schemas.openxmlformats.org/drawingml/2006/main" name="Altran_PPT_16-9">
  <a:themeElements>
    <a:clrScheme name="Altran bureautique">
      <a:dk1>
        <a:sysClr val="windowText" lastClr="000000"/>
      </a:dk1>
      <a:lt1>
        <a:srgbClr val="FFFFFF"/>
      </a:lt1>
      <a:dk2>
        <a:srgbClr val="007EAF"/>
      </a:dk2>
      <a:lt2>
        <a:srgbClr val="5F509B"/>
      </a:lt2>
      <a:accent1>
        <a:srgbClr val="EB5F1E"/>
      </a:accent1>
      <a:accent2>
        <a:srgbClr val="FAEB46"/>
      </a:accent2>
      <a:accent3>
        <a:srgbClr val="E12364"/>
      </a:accent3>
      <a:accent4>
        <a:srgbClr val="464B69"/>
      </a:accent4>
      <a:accent5>
        <a:srgbClr val="00B4B9"/>
      </a:accent5>
      <a:accent6>
        <a:srgbClr val="5FC3EB"/>
      </a:accent6>
      <a:hlink>
        <a:srgbClr val="007EAF"/>
      </a:hlink>
      <a:folHlink>
        <a:srgbClr val="007EAF"/>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o Office">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2D57EA56BC33F84F876C0F8C68698862" ma:contentTypeVersion="3" ma:contentTypeDescription="Create a new document." ma:contentTypeScope="" ma:versionID="760b58dfb2bf97dde031fcb37d398886">
  <xsd:schema xmlns:xsd="http://www.w3.org/2001/XMLSchema" xmlns:xs="http://www.w3.org/2001/XMLSchema" xmlns:p="http://schemas.microsoft.com/office/2006/metadata/properties" xmlns:ns2="b3d6f4de-6913-436c-87b9-06e0ea01b186" targetNamespace="http://schemas.microsoft.com/office/2006/metadata/properties" ma:root="true" ma:fieldsID="dacb2bcd8bd936cfad1505366fb1e660" ns2:_="">
    <xsd:import namespace="b3d6f4de-6913-436c-87b9-06e0ea01b186"/>
    <xsd:element name="properties">
      <xsd:complexType>
        <xsd:sequence>
          <xsd:element name="documentManagement">
            <xsd:complexType>
              <xsd:all>
                <xsd:element ref="ns2:MediaServiceMetadata" minOccurs="0"/>
                <xsd:element ref="ns2:MediaServiceFastMetadata"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3d6f4de-6913-436c-87b9-06e0ea01b18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765F6DA-EDFD-4C3F-B2EB-EDE359E124E2}">
  <ds:schemaRefs>
    <ds:schemaRef ds:uri="http://schemas.microsoft.com/office/2006/documentManagement/types"/>
    <ds:schemaRef ds:uri="http://purl.org/dc/dcmitype/"/>
    <ds:schemaRef ds:uri="http://schemas.microsoft.com/office/infopath/2007/PartnerControls"/>
    <ds:schemaRef ds:uri="http://www.w3.org/XML/1998/namespace"/>
    <ds:schemaRef ds:uri="http://purl.org/dc/elements/1.1/"/>
    <ds:schemaRef ds:uri="http://schemas.microsoft.com/office/2006/metadata/properties"/>
    <ds:schemaRef ds:uri="http://schemas.openxmlformats.org/package/2006/metadata/core-properties"/>
    <ds:schemaRef ds:uri="b3d6f4de-6913-436c-87b9-06e0ea01b186"/>
    <ds:schemaRef ds:uri="http://purl.org/dc/terms/"/>
  </ds:schemaRefs>
</ds:datastoreItem>
</file>

<file path=customXml/itemProps2.xml><?xml version="1.0" encoding="utf-8"?>
<ds:datastoreItem xmlns:ds="http://schemas.openxmlformats.org/officeDocument/2006/customXml" ds:itemID="{93B09ECE-D1C0-42A5-B69E-8C88764DB9F3}">
  <ds:schemaRefs>
    <ds:schemaRef ds:uri="http://schemas.microsoft.com/sharepoint/v3/contenttype/forms"/>
  </ds:schemaRefs>
</ds:datastoreItem>
</file>

<file path=customXml/itemProps3.xml><?xml version="1.0" encoding="utf-8"?>
<ds:datastoreItem xmlns:ds="http://schemas.openxmlformats.org/officeDocument/2006/customXml" ds:itemID="{62EA2240-2008-41FF-BE06-303FD102785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3d6f4de-6913-436c-87b9-06e0ea01b18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bb5d96ea-ab39-44a0-a6d6-b6f0aac5958b}" enabled="1" method="Privileged" siteId="{76a2ae5a-9f00-4f6b-95ed-5d33d77c4d61}" removed="0"/>
</clbl:labelList>
</file>

<file path=docProps/app.xml><?xml version="1.0" encoding="utf-8"?>
<Properties xmlns="http://schemas.openxmlformats.org/officeDocument/2006/extended-properties" xmlns:vt="http://schemas.openxmlformats.org/officeDocument/2006/docPropsVTypes">
  <Template>ppt-Capgemini-Engineering_MasterTemplate</Template>
  <TotalTime>635</TotalTime>
  <Words>316</Words>
  <Application>Microsoft Office PowerPoint</Application>
  <PresentationFormat>Widescreen</PresentationFormat>
  <Paragraphs>48</Paragraphs>
  <Slides>3</Slides>
  <Notes>1</Notes>
  <HiddenSlides>0</HiddenSlides>
  <MMClips>0</MMClips>
  <ScaleCrop>false</ScaleCrop>
  <HeadingPairs>
    <vt:vector size="8" baseType="variant">
      <vt:variant>
        <vt:lpstr>Fonts Used</vt:lpstr>
      </vt:variant>
      <vt:variant>
        <vt:i4>6</vt:i4>
      </vt:variant>
      <vt:variant>
        <vt:lpstr>Theme</vt:lpstr>
      </vt:variant>
      <vt:variant>
        <vt:i4>2</vt:i4>
      </vt:variant>
      <vt:variant>
        <vt:lpstr>Embedded OLE Servers</vt:lpstr>
      </vt:variant>
      <vt:variant>
        <vt:i4>1</vt:i4>
      </vt:variant>
      <vt:variant>
        <vt:lpstr>Slide Titles</vt:lpstr>
      </vt:variant>
      <vt:variant>
        <vt:i4>3</vt:i4>
      </vt:variant>
    </vt:vector>
  </HeadingPairs>
  <TitlesOfParts>
    <vt:vector size="12" baseType="lpstr">
      <vt:lpstr>Ubuntu</vt:lpstr>
      <vt:lpstr>Arial</vt:lpstr>
      <vt:lpstr>Ubuntu Medium</vt:lpstr>
      <vt:lpstr>Wingdings</vt:lpstr>
      <vt:lpstr>Ubuntu Light</vt:lpstr>
      <vt:lpstr>Arial Black</vt:lpstr>
      <vt:lpstr>Capgemini Master 2021</vt:lpstr>
      <vt:lpstr>Altran_PPT_16-9</vt:lpstr>
      <vt:lpstr>think-cell Slide</vt:lpstr>
      <vt:lpstr>BMW AI use case for Check-in readings</vt:lpstr>
      <vt:lpstr>PowerPoint Presentation</vt:lpstr>
      <vt:lpstr>PowerPoint Presentation</vt:lpstr>
    </vt:vector>
  </TitlesOfParts>
  <Company>Capgemini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Template</dc:title>
  <dc:subject>Capgemini Engineering template</dc:subject>
  <dc:creator>vaibhav.kulkarni@capgemini.com</dc:creator>
  <cp:lastModifiedBy>Kulkarni, Vaibhav</cp:lastModifiedBy>
  <cp:revision>48</cp:revision>
  <dcterms:created xsi:type="dcterms:W3CDTF">2021-12-15T03:34:41Z</dcterms:created>
  <dcterms:modified xsi:type="dcterms:W3CDTF">2026-07-17T08:38:09Z</dcterms:modified>
  <cp:category>Company Confidential</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0x0101002D57EA56BC33F84F876C0F8C68698862</vt:lpwstr>
  </property>
</Properties>
</file>